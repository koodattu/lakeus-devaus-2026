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9"/>
    <p:restoredTop sz="94658"/>
  </p:normalViewPr>
  <p:slideViewPr>
    <p:cSldViewPr snapToGrid="0">
      <p:cViewPr varScale="1">
        <p:scale>
          <a:sx n="120" d="100"/>
          <a:sy n="120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C670FD-3ABE-6D4E-A23C-F424CB6C9A2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BC93FCA-2D39-2C4B-99B0-FEEED295F00E}">
      <dgm:prSet custT="1"/>
      <dgm:spPr/>
      <dgm:t>
        <a:bodyPr/>
        <a:lstStyle/>
        <a:p>
          <a:r>
            <a:rPr lang="en-US" sz="2000"/>
            <a:t>Tarve</a:t>
          </a:r>
        </a:p>
      </dgm:t>
    </dgm:pt>
    <dgm:pt modelId="{57D22B80-3C18-E64A-8773-2579DB547512}" type="parTrans" cxnId="{E740D83E-19CE-A343-AC4E-076BACEB0227}">
      <dgm:prSet/>
      <dgm:spPr/>
      <dgm:t>
        <a:bodyPr/>
        <a:lstStyle/>
        <a:p>
          <a:endParaRPr lang="en-US" sz="2000"/>
        </a:p>
      </dgm:t>
    </dgm:pt>
    <dgm:pt modelId="{6C765B6D-C63C-8940-9848-52E481A9BE9D}" type="sibTrans" cxnId="{E740D83E-19CE-A343-AC4E-076BACEB0227}">
      <dgm:prSet/>
      <dgm:spPr/>
      <dgm:t>
        <a:bodyPr/>
        <a:lstStyle/>
        <a:p>
          <a:endParaRPr lang="en-US" sz="2000"/>
        </a:p>
      </dgm:t>
    </dgm:pt>
    <dgm:pt modelId="{AB70E184-AC06-124B-81B2-0C3074B35439}">
      <dgm:prSet custT="1"/>
      <dgm:spPr/>
      <dgm:t>
        <a:bodyPr/>
        <a:lstStyle/>
        <a:p>
          <a:r>
            <a:rPr lang="en-US" sz="2000"/>
            <a:t>Ymmärrys</a:t>
          </a:r>
        </a:p>
      </dgm:t>
    </dgm:pt>
    <dgm:pt modelId="{B84DDD90-8157-E547-8880-91F1F32A5377}" type="parTrans" cxnId="{BE07DA0A-12C7-FA4B-B428-BB562FAE6D09}">
      <dgm:prSet/>
      <dgm:spPr/>
      <dgm:t>
        <a:bodyPr/>
        <a:lstStyle/>
        <a:p>
          <a:endParaRPr lang="en-US" sz="2000"/>
        </a:p>
      </dgm:t>
    </dgm:pt>
    <dgm:pt modelId="{7BFB66F9-D04C-4745-BD37-F9EACB9C7A6D}" type="sibTrans" cxnId="{BE07DA0A-12C7-FA4B-B428-BB562FAE6D09}">
      <dgm:prSet/>
      <dgm:spPr/>
      <dgm:t>
        <a:bodyPr/>
        <a:lstStyle/>
        <a:p>
          <a:endParaRPr lang="en-US" sz="2000"/>
        </a:p>
      </dgm:t>
    </dgm:pt>
    <dgm:pt modelId="{EB9D3395-CCC2-684F-841D-88B7836AB805}">
      <dgm:prSet custT="1"/>
      <dgm:spPr/>
      <dgm:t>
        <a:bodyPr/>
        <a:lstStyle/>
        <a:p>
          <a:r>
            <a:rPr lang="en-US" sz="2000"/>
            <a:t>Toteutus</a:t>
          </a:r>
        </a:p>
      </dgm:t>
    </dgm:pt>
    <dgm:pt modelId="{62C624D9-8101-B44D-9F04-F3303CC8FEC8}" type="parTrans" cxnId="{86CA9283-EC0F-2B44-B2E4-BC7FE7D9B843}">
      <dgm:prSet/>
      <dgm:spPr/>
      <dgm:t>
        <a:bodyPr/>
        <a:lstStyle/>
        <a:p>
          <a:endParaRPr lang="en-US" sz="2000"/>
        </a:p>
      </dgm:t>
    </dgm:pt>
    <dgm:pt modelId="{9147C350-8B79-0B44-9B69-E1551C29EC8A}" type="sibTrans" cxnId="{86CA9283-EC0F-2B44-B2E4-BC7FE7D9B843}">
      <dgm:prSet/>
      <dgm:spPr/>
      <dgm:t>
        <a:bodyPr/>
        <a:lstStyle/>
        <a:p>
          <a:endParaRPr lang="en-US" sz="2000"/>
        </a:p>
      </dgm:t>
    </dgm:pt>
    <dgm:pt modelId="{B5B455C0-172E-944F-A23B-3193430EA394}">
      <dgm:prSet custT="1"/>
      <dgm:spPr/>
      <dgm:t>
        <a:bodyPr/>
        <a:lstStyle/>
        <a:p>
          <a:r>
            <a:rPr lang="en-US" sz="2000"/>
            <a:t>Ylläpito</a:t>
          </a:r>
        </a:p>
      </dgm:t>
    </dgm:pt>
    <dgm:pt modelId="{FC397153-D29D-8A46-BCF2-9D5C81FDA5B3}" type="parTrans" cxnId="{10FC114D-8C5A-2C4D-A794-F97169088FAA}">
      <dgm:prSet/>
      <dgm:spPr/>
      <dgm:t>
        <a:bodyPr/>
        <a:lstStyle/>
        <a:p>
          <a:endParaRPr lang="en-US" sz="2000"/>
        </a:p>
      </dgm:t>
    </dgm:pt>
    <dgm:pt modelId="{C480B2CA-C104-6142-AC0E-3B9A68836254}" type="sibTrans" cxnId="{10FC114D-8C5A-2C4D-A794-F97169088FAA}">
      <dgm:prSet/>
      <dgm:spPr/>
      <dgm:t>
        <a:bodyPr/>
        <a:lstStyle/>
        <a:p>
          <a:endParaRPr lang="en-US" sz="2000"/>
        </a:p>
      </dgm:t>
    </dgm:pt>
    <dgm:pt modelId="{2470F317-DE20-6F40-B2E0-B411766B82E0}" type="pres">
      <dgm:prSet presAssocID="{F8C670FD-3ABE-6D4E-A23C-F424CB6C9A2E}" presName="matrix" presStyleCnt="0">
        <dgm:presLayoutVars>
          <dgm:chMax val="1"/>
          <dgm:dir/>
          <dgm:resizeHandles val="exact"/>
        </dgm:presLayoutVars>
      </dgm:prSet>
      <dgm:spPr/>
    </dgm:pt>
    <dgm:pt modelId="{E0AA6D01-C700-A24B-BBC6-CCA53466B282}" type="pres">
      <dgm:prSet presAssocID="{F8C670FD-3ABE-6D4E-A23C-F424CB6C9A2E}" presName="diamond" presStyleLbl="bgShp" presStyleIdx="0" presStyleCnt="1"/>
      <dgm:spPr/>
    </dgm:pt>
    <dgm:pt modelId="{20EEA2B8-1776-1A40-8E88-A7A7F998D8E8}" type="pres">
      <dgm:prSet presAssocID="{F8C670FD-3ABE-6D4E-A23C-F424CB6C9A2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2C9E124-B7B9-D04F-8B65-01584FE68972}" type="pres">
      <dgm:prSet presAssocID="{F8C670FD-3ABE-6D4E-A23C-F424CB6C9A2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BC2A41-0B5B-5847-AA81-03548A3140D0}" type="pres">
      <dgm:prSet presAssocID="{F8C670FD-3ABE-6D4E-A23C-F424CB6C9A2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3456944-661B-1345-864D-8966C4181051}" type="pres">
      <dgm:prSet presAssocID="{F8C670FD-3ABE-6D4E-A23C-F424CB6C9A2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E07DA0A-12C7-FA4B-B428-BB562FAE6D09}" srcId="{F8C670FD-3ABE-6D4E-A23C-F424CB6C9A2E}" destId="{AB70E184-AC06-124B-81B2-0C3074B35439}" srcOrd="1" destOrd="0" parTransId="{B84DDD90-8157-E547-8880-91F1F32A5377}" sibTransId="{7BFB66F9-D04C-4745-BD37-F9EACB9C7A6D}"/>
    <dgm:cxn modelId="{3550600B-D907-2B4B-B951-7A05CDC652E8}" type="presOf" srcId="{AB70E184-AC06-124B-81B2-0C3074B35439}" destId="{E2C9E124-B7B9-D04F-8B65-01584FE68972}" srcOrd="0" destOrd="0" presId="urn:microsoft.com/office/officeart/2005/8/layout/matrix3"/>
    <dgm:cxn modelId="{2F412815-77A5-9F49-9633-4BE5C90FA0F1}" type="presOf" srcId="{3BC93FCA-2D39-2C4B-99B0-FEEED295F00E}" destId="{20EEA2B8-1776-1A40-8E88-A7A7F998D8E8}" srcOrd="0" destOrd="0" presId="urn:microsoft.com/office/officeart/2005/8/layout/matrix3"/>
    <dgm:cxn modelId="{E740D83E-19CE-A343-AC4E-076BACEB0227}" srcId="{F8C670FD-3ABE-6D4E-A23C-F424CB6C9A2E}" destId="{3BC93FCA-2D39-2C4B-99B0-FEEED295F00E}" srcOrd="0" destOrd="0" parTransId="{57D22B80-3C18-E64A-8773-2579DB547512}" sibTransId="{6C765B6D-C63C-8940-9848-52E481A9BE9D}"/>
    <dgm:cxn modelId="{10FC114D-8C5A-2C4D-A794-F97169088FAA}" srcId="{F8C670FD-3ABE-6D4E-A23C-F424CB6C9A2E}" destId="{B5B455C0-172E-944F-A23B-3193430EA394}" srcOrd="3" destOrd="0" parTransId="{FC397153-D29D-8A46-BCF2-9D5C81FDA5B3}" sibTransId="{C480B2CA-C104-6142-AC0E-3B9A68836254}"/>
    <dgm:cxn modelId="{D19ADB54-A894-3F41-A874-DE9D06F71CC1}" type="presOf" srcId="{F8C670FD-3ABE-6D4E-A23C-F424CB6C9A2E}" destId="{2470F317-DE20-6F40-B2E0-B411766B82E0}" srcOrd="0" destOrd="0" presId="urn:microsoft.com/office/officeart/2005/8/layout/matrix3"/>
    <dgm:cxn modelId="{F5D5F462-2EE2-9A4C-9803-AF2A4E9A9FA1}" type="presOf" srcId="{EB9D3395-CCC2-684F-841D-88B7836AB805}" destId="{5DBC2A41-0B5B-5847-AA81-03548A3140D0}" srcOrd="0" destOrd="0" presId="urn:microsoft.com/office/officeart/2005/8/layout/matrix3"/>
    <dgm:cxn modelId="{86CA9283-EC0F-2B44-B2E4-BC7FE7D9B843}" srcId="{F8C670FD-3ABE-6D4E-A23C-F424CB6C9A2E}" destId="{EB9D3395-CCC2-684F-841D-88B7836AB805}" srcOrd="2" destOrd="0" parTransId="{62C624D9-8101-B44D-9F04-F3303CC8FEC8}" sibTransId="{9147C350-8B79-0B44-9B69-E1551C29EC8A}"/>
    <dgm:cxn modelId="{C85ACEE2-4B22-DC48-B599-4A3F8F6DEEED}" type="presOf" srcId="{B5B455C0-172E-944F-A23B-3193430EA394}" destId="{93456944-661B-1345-864D-8966C4181051}" srcOrd="0" destOrd="0" presId="urn:microsoft.com/office/officeart/2005/8/layout/matrix3"/>
    <dgm:cxn modelId="{2EB85AF2-B1C7-424C-96A0-415DBE926374}" type="presParOf" srcId="{2470F317-DE20-6F40-B2E0-B411766B82E0}" destId="{E0AA6D01-C700-A24B-BBC6-CCA53466B282}" srcOrd="0" destOrd="0" presId="urn:microsoft.com/office/officeart/2005/8/layout/matrix3"/>
    <dgm:cxn modelId="{E38DA81E-8931-CD4F-8C0E-EB50BAE7AC35}" type="presParOf" srcId="{2470F317-DE20-6F40-B2E0-B411766B82E0}" destId="{20EEA2B8-1776-1A40-8E88-A7A7F998D8E8}" srcOrd="1" destOrd="0" presId="urn:microsoft.com/office/officeart/2005/8/layout/matrix3"/>
    <dgm:cxn modelId="{CEE8114B-BFC8-C54E-BCFC-FE1058AB412C}" type="presParOf" srcId="{2470F317-DE20-6F40-B2E0-B411766B82E0}" destId="{E2C9E124-B7B9-D04F-8B65-01584FE68972}" srcOrd="2" destOrd="0" presId="urn:microsoft.com/office/officeart/2005/8/layout/matrix3"/>
    <dgm:cxn modelId="{DEEC93C2-8D99-294D-8F29-1B0FC8004F07}" type="presParOf" srcId="{2470F317-DE20-6F40-B2E0-B411766B82E0}" destId="{5DBC2A41-0B5B-5847-AA81-03548A3140D0}" srcOrd="3" destOrd="0" presId="urn:microsoft.com/office/officeart/2005/8/layout/matrix3"/>
    <dgm:cxn modelId="{89914EFC-97BD-F841-B3C6-13BBF4FE916E}" type="presParOf" srcId="{2470F317-DE20-6F40-B2E0-B411766B82E0}" destId="{93456944-661B-1345-864D-8966C418105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083FF3-EBFE-F14E-B053-BE5896CE67E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C7B35D0-E1CD-C242-9266-07B13D9E18DA}">
      <dgm:prSet custT="1"/>
      <dgm:spPr/>
      <dgm:t>
        <a:bodyPr/>
        <a:lstStyle/>
        <a:p>
          <a:r>
            <a:rPr lang="en-US" sz="2600"/>
            <a:t>Referenssi</a:t>
          </a:r>
        </a:p>
      </dgm:t>
    </dgm:pt>
    <dgm:pt modelId="{CC2D44BE-1EB1-AA45-BF0A-E008A50F021D}" type="parTrans" cxnId="{18224A57-BC5D-0543-86E8-75AB96A847E7}">
      <dgm:prSet/>
      <dgm:spPr/>
      <dgm:t>
        <a:bodyPr/>
        <a:lstStyle/>
        <a:p>
          <a:endParaRPr lang="en-US" sz="2600"/>
        </a:p>
      </dgm:t>
    </dgm:pt>
    <dgm:pt modelId="{D24DDD8A-4AFE-7048-ADC8-C483A7901211}" type="sibTrans" cxnId="{18224A57-BC5D-0543-86E8-75AB96A847E7}">
      <dgm:prSet custT="1"/>
      <dgm:spPr/>
      <dgm:t>
        <a:bodyPr/>
        <a:lstStyle/>
        <a:p>
          <a:endParaRPr lang="en-US" sz="2600"/>
        </a:p>
      </dgm:t>
    </dgm:pt>
    <dgm:pt modelId="{9B3AFAB2-E0E6-8149-B74E-8C7496F3D640}">
      <dgm:prSet custT="1"/>
      <dgm:spPr/>
      <dgm:t>
        <a:bodyPr/>
        <a:lstStyle/>
        <a:p>
          <a:r>
            <a:rPr lang="en-US" sz="2600"/>
            <a:t>Toteutus</a:t>
          </a:r>
        </a:p>
      </dgm:t>
    </dgm:pt>
    <dgm:pt modelId="{987B462D-B6BF-7F40-930A-42E1021F5151}" type="parTrans" cxnId="{CBFF88E4-2058-5E46-8C92-E3442683D4D3}">
      <dgm:prSet/>
      <dgm:spPr/>
      <dgm:t>
        <a:bodyPr/>
        <a:lstStyle/>
        <a:p>
          <a:endParaRPr lang="en-US" sz="2600"/>
        </a:p>
      </dgm:t>
    </dgm:pt>
    <dgm:pt modelId="{796BB688-2061-5A49-AC40-5F898789F9B7}" type="sibTrans" cxnId="{CBFF88E4-2058-5E46-8C92-E3442683D4D3}">
      <dgm:prSet custT="1"/>
      <dgm:spPr/>
      <dgm:t>
        <a:bodyPr/>
        <a:lstStyle/>
        <a:p>
          <a:endParaRPr lang="en-US" sz="2600"/>
        </a:p>
      </dgm:t>
    </dgm:pt>
    <dgm:pt modelId="{3A0011AD-24B7-8B4D-933B-0BBB475833EC}">
      <dgm:prSet custT="1"/>
      <dgm:spPr/>
      <dgm:t>
        <a:bodyPr/>
        <a:lstStyle/>
        <a:p>
          <a:r>
            <a:rPr lang="en-US" sz="2600"/>
            <a:t>Testit</a:t>
          </a:r>
        </a:p>
      </dgm:t>
    </dgm:pt>
    <dgm:pt modelId="{A6ABF185-E698-E94F-94AC-86AE585D7503}" type="parTrans" cxnId="{4F721D64-311B-2541-8B1F-17D65AA7DB42}">
      <dgm:prSet/>
      <dgm:spPr/>
      <dgm:t>
        <a:bodyPr/>
        <a:lstStyle/>
        <a:p>
          <a:endParaRPr lang="en-US" sz="2600"/>
        </a:p>
      </dgm:t>
    </dgm:pt>
    <dgm:pt modelId="{7A943FF5-005A-FC47-98C0-94EE830778D5}" type="sibTrans" cxnId="{4F721D64-311B-2541-8B1F-17D65AA7DB42}">
      <dgm:prSet/>
      <dgm:spPr/>
      <dgm:t>
        <a:bodyPr/>
        <a:lstStyle/>
        <a:p>
          <a:endParaRPr lang="en-US" sz="2600"/>
        </a:p>
      </dgm:t>
    </dgm:pt>
    <dgm:pt modelId="{05D09B87-8DBC-E84D-989C-1FE52C1D6FA2}" type="pres">
      <dgm:prSet presAssocID="{BF083FF3-EBFE-F14E-B053-BE5896CE67EB}" presName="Name0" presStyleCnt="0">
        <dgm:presLayoutVars>
          <dgm:dir/>
          <dgm:resizeHandles val="exact"/>
        </dgm:presLayoutVars>
      </dgm:prSet>
      <dgm:spPr/>
    </dgm:pt>
    <dgm:pt modelId="{3411592A-FCA5-584A-88BF-6481D44AE582}" type="pres">
      <dgm:prSet presAssocID="{9C7B35D0-E1CD-C242-9266-07B13D9E18DA}" presName="node" presStyleLbl="node1" presStyleIdx="0" presStyleCnt="3">
        <dgm:presLayoutVars>
          <dgm:bulletEnabled val="1"/>
        </dgm:presLayoutVars>
      </dgm:prSet>
      <dgm:spPr/>
    </dgm:pt>
    <dgm:pt modelId="{E457AE9A-EC50-5046-BE3B-802A53546EF8}" type="pres">
      <dgm:prSet presAssocID="{D24DDD8A-4AFE-7048-ADC8-C483A7901211}" presName="sibTrans" presStyleLbl="sibTrans2D1" presStyleIdx="0" presStyleCnt="2"/>
      <dgm:spPr/>
    </dgm:pt>
    <dgm:pt modelId="{CBFC9E06-0A30-7249-A8DD-2EC6EDF57635}" type="pres">
      <dgm:prSet presAssocID="{D24DDD8A-4AFE-7048-ADC8-C483A7901211}" presName="connectorText" presStyleLbl="sibTrans2D1" presStyleIdx="0" presStyleCnt="2"/>
      <dgm:spPr/>
    </dgm:pt>
    <dgm:pt modelId="{090967C8-67C9-E04C-9933-651F0579AAC2}" type="pres">
      <dgm:prSet presAssocID="{9B3AFAB2-E0E6-8149-B74E-8C7496F3D640}" presName="node" presStyleLbl="node1" presStyleIdx="1" presStyleCnt="3">
        <dgm:presLayoutVars>
          <dgm:bulletEnabled val="1"/>
        </dgm:presLayoutVars>
      </dgm:prSet>
      <dgm:spPr/>
    </dgm:pt>
    <dgm:pt modelId="{29764EA4-8DD2-2D4F-8D9E-0A6C62F5D4B0}" type="pres">
      <dgm:prSet presAssocID="{796BB688-2061-5A49-AC40-5F898789F9B7}" presName="sibTrans" presStyleLbl="sibTrans2D1" presStyleIdx="1" presStyleCnt="2"/>
      <dgm:spPr/>
    </dgm:pt>
    <dgm:pt modelId="{8DE80498-CB77-2841-A3C6-3DDAA30E3ECA}" type="pres">
      <dgm:prSet presAssocID="{796BB688-2061-5A49-AC40-5F898789F9B7}" presName="connectorText" presStyleLbl="sibTrans2D1" presStyleIdx="1" presStyleCnt="2"/>
      <dgm:spPr/>
    </dgm:pt>
    <dgm:pt modelId="{D575EE0D-C677-1947-BAD7-4A0F28DE0988}" type="pres">
      <dgm:prSet presAssocID="{3A0011AD-24B7-8B4D-933B-0BBB475833EC}" presName="node" presStyleLbl="node1" presStyleIdx="2" presStyleCnt="3">
        <dgm:presLayoutVars>
          <dgm:bulletEnabled val="1"/>
        </dgm:presLayoutVars>
      </dgm:prSet>
      <dgm:spPr/>
    </dgm:pt>
  </dgm:ptLst>
  <dgm:cxnLst>
    <dgm:cxn modelId="{758FE52A-CA84-B340-B4D4-9645C95A712E}" type="presOf" srcId="{9C7B35D0-E1CD-C242-9266-07B13D9E18DA}" destId="{3411592A-FCA5-584A-88BF-6481D44AE582}" srcOrd="0" destOrd="0" presId="urn:microsoft.com/office/officeart/2005/8/layout/process1"/>
    <dgm:cxn modelId="{3A62A34A-05B4-7A46-B3C3-905B45E38847}" type="presOf" srcId="{BF083FF3-EBFE-F14E-B053-BE5896CE67EB}" destId="{05D09B87-8DBC-E84D-989C-1FE52C1D6FA2}" srcOrd="0" destOrd="0" presId="urn:microsoft.com/office/officeart/2005/8/layout/process1"/>
    <dgm:cxn modelId="{18224A57-BC5D-0543-86E8-75AB96A847E7}" srcId="{BF083FF3-EBFE-F14E-B053-BE5896CE67EB}" destId="{9C7B35D0-E1CD-C242-9266-07B13D9E18DA}" srcOrd="0" destOrd="0" parTransId="{CC2D44BE-1EB1-AA45-BF0A-E008A50F021D}" sibTransId="{D24DDD8A-4AFE-7048-ADC8-C483A7901211}"/>
    <dgm:cxn modelId="{4F721D64-311B-2541-8B1F-17D65AA7DB42}" srcId="{BF083FF3-EBFE-F14E-B053-BE5896CE67EB}" destId="{3A0011AD-24B7-8B4D-933B-0BBB475833EC}" srcOrd="2" destOrd="0" parTransId="{A6ABF185-E698-E94F-94AC-86AE585D7503}" sibTransId="{7A943FF5-005A-FC47-98C0-94EE830778D5}"/>
    <dgm:cxn modelId="{0A628D6A-6EF5-D94D-A019-F60E9106F299}" type="presOf" srcId="{D24DDD8A-4AFE-7048-ADC8-C483A7901211}" destId="{CBFC9E06-0A30-7249-A8DD-2EC6EDF57635}" srcOrd="1" destOrd="0" presId="urn:microsoft.com/office/officeart/2005/8/layout/process1"/>
    <dgm:cxn modelId="{2882C98B-FD8E-E04F-BD2A-B7ABA903275B}" type="presOf" srcId="{796BB688-2061-5A49-AC40-5F898789F9B7}" destId="{29764EA4-8DD2-2D4F-8D9E-0A6C62F5D4B0}" srcOrd="0" destOrd="0" presId="urn:microsoft.com/office/officeart/2005/8/layout/process1"/>
    <dgm:cxn modelId="{3E1EDFAD-3407-F142-93AC-54FF6ECA6A22}" type="presOf" srcId="{796BB688-2061-5A49-AC40-5F898789F9B7}" destId="{8DE80498-CB77-2841-A3C6-3DDAA30E3ECA}" srcOrd="1" destOrd="0" presId="urn:microsoft.com/office/officeart/2005/8/layout/process1"/>
    <dgm:cxn modelId="{6E2ED0B6-120A-5243-80B6-06E29D0F04A6}" type="presOf" srcId="{3A0011AD-24B7-8B4D-933B-0BBB475833EC}" destId="{D575EE0D-C677-1947-BAD7-4A0F28DE0988}" srcOrd="0" destOrd="0" presId="urn:microsoft.com/office/officeart/2005/8/layout/process1"/>
    <dgm:cxn modelId="{CBFF88E4-2058-5E46-8C92-E3442683D4D3}" srcId="{BF083FF3-EBFE-F14E-B053-BE5896CE67EB}" destId="{9B3AFAB2-E0E6-8149-B74E-8C7496F3D640}" srcOrd="1" destOrd="0" parTransId="{987B462D-B6BF-7F40-930A-42E1021F5151}" sibTransId="{796BB688-2061-5A49-AC40-5F898789F9B7}"/>
    <dgm:cxn modelId="{2CA1F7F2-FEC3-5B4D-A182-7F0CFDF718A6}" type="presOf" srcId="{9B3AFAB2-E0E6-8149-B74E-8C7496F3D640}" destId="{090967C8-67C9-E04C-9933-651F0579AAC2}" srcOrd="0" destOrd="0" presId="urn:microsoft.com/office/officeart/2005/8/layout/process1"/>
    <dgm:cxn modelId="{95C650F4-EAFC-924B-9216-6671CE597D4E}" type="presOf" srcId="{D24DDD8A-4AFE-7048-ADC8-C483A7901211}" destId="{E457AE9A-EC50-5046-BE3B-802A53546EF8}" srcOrd="0" destOrd="0" presId="urn:microsoft.com/office/officeart/2005/8/layout/process1"/>
    <dgm:cxn modelId="{38CFC384-2B1E-114D-B092-422EA98ADBCF}" type="presParOf" srcId="{05D09B87-8DBC-E84D-989C-1FE52C1D6FA2}" destId="{3411592A-FCA5-584A-88BF-6481D44AE582}" srcOrd="0" destOrd="0" presId="urn:microsoft.com/office/officeart/2005/8/layout/process1"/>
    <dgm:cxn modelId="{644C4D9F-744C-7A44-B529-9EC4E9C7D7FC}" type="presParOf" srcId="{05D09B87-8DBC-E84D-989C-1FE52C1D6FA2}" destId="{E457AE9A-EC50-5046-BE3B-802A53546EF8}" srcOrd="1" destOrd="0" presId="urn:microsoft.com/office/officeart/2005/8/layout/process1"/>
    <dgm:cxn modelId="{1BD262B1-DA79-E544-9E70-EB3310808F1D}" type="presParOf" srcId="{E457AE9A-EC50-5046-BE3B-802A53546EF8}" destId="{CBFC9E06-0A30-7249-A8DD-2EC6EDF57635}" srcOrd="0" destOrd="0" presId="urn:microsoft.com/office/officeart/2005/8/layout/process1"/>
    <dgm:cxn modelId="{4C525785-0151-3144-8828-52D80E20A0BB}" type="presParOf" srcId="{05D09B87-8DBC-E84D-989C-1FE52C1D6FA2}" destId="{090967C8-67C9-E04C-9933-651F0579AAC2}" srcOrd="2" destOrd="0" presId="urn:microsoft.com/office/officeart/2005/8/layout/process1"/>
    <dgm:cxn modelId="{BE13F6D4-E110-BA47-843C-3CEBC4BFB290}" type="presParOf" srcId="{05D09B87-8DBC-E84D-989C-1FE52C1D6FA2}" destId="{29764EA4-8DD2-2D4F-8D9E-0A6C62F5D4B0}" srcOrd="3" destOrd="0" presId="urn:microsoft.com/office/officeart/2005/8/layout/process1"/>
    <dgm:cxn modelId="{9D4962CD-1E37-D244-B383-B05E2503B220}" type="presParOf" srcId="{29764EA4-8DD2-2D4F-8D9E-0A6C62F5D4B0}" destId="{8DE80498-CB77-2841-A3C6-3DDAA30E3ECA}" srcOrd="0" destOrd="0" presId="urn:microsoft.com/office/officeart/2005/8/layout/process1"/>
    <dgm:cxn modelId="{52640A6B-ED83-5B40-A43A-312A8CDF6F5C}" type="presParOf" srcId="{05D09B87-8DBC-E84D-989C-1FE52C1D6FA2}" destId="{D575EE0D-C677-1947-BAD7-4A0F28DE098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E6E9E1-DB14-2E4D-A354-F963F9C12AD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1D25AFD-D4A6-8E44-BA18-A16A478A186C}">
      <dgm:prSet custT="1"/>
      <dgm:spPr/>
      <dgm:t>
        <a:bodyPr/>
        <a:lstStyle/>
        <a:p>
          <a:r>
            <a:rPr lang="en-US" sz="2200"/>
            <a:t>Toteutus</a:t>
          </a:r>
        </a:p>
      </dgm:t>
    </dgm:pt>
    <dgm:pt modelId="{F83E1F31-71A6-2741-B60E-E43B642FF7AB}" type="parTrans" cxnId="{C58E5546-7A40-8745-8EE4-36F61B0A7144}">
      <dgm:prSet/>
      <dgm:spPr/>
      <dgm:t>
        <a:bodyPr/>
        <a:lstStyle/>
        <a:p>
          <a:endParaRPr lang="en-US" sz="2200"/>
        </a:p>
      </dgm:t>
    </dgm:pt>
    <dgm:pt modelId="{A8E93B8B-AEE6-EB40-BECD-7751B1FF2BD8}" type="sibTrans" cxnId="{C58E5546-7A40-8745-8EE4-36F61B0A7144}">
      <dgm:prSet custT="1"/>
      <dgm:spPr/>
      <dgm:t>
        <a:bodyPr/>
        <a:lstStyle/>
        <a:p>
          <a:endParaRPr lang="en-US" sz="2200"/>
        </a:p>
      </dgm:t>
    </dgm:pt>
    <dgm:pt modelId="{9913C3B4-15E5-0F4D-B5BF-117EDB7A2780}">
      <dgm:prSet custT="1"/>
      <dgm:spPr/>
      <dgm:t>
        <a:bodyPr/>
        <a:lstStyle/>
        <a:p>
          <a:r>
            <a:rPr lang="en-US" sz="2200"/>
            <a:t>Katselmointi</a:t>
          </a:r>
        </a:p>
      </dgm:t>
    </dgm:pt>
    <dgm:pt modelId="{4E9CAB6C-E0E9-6542-9C4D-C6FC41DE97EC}" type="parTrans" cxnId="{BE7D5A34-D57C-2A4E-B9A8-6410DBABA14F}">
      <dgm:prSet/>
      <dgm:spPr/>
      <dgm:t>
        <a:bodyPr/>
        <a:lstStyle/>
        <a:p>
          <a:endParaRPr lang="en-US" sz="2200"/>
        </a:p>
      </dgm:t>
    </dgm:pt>
    <dgm:pt modelId="{8E6D4C7A-CEA9-DA48-8FC2-40997C3B97C3}" type="sibTrans" cxnId="{BE7D5A34-D57C-2A4E-B9A8-6410DBABA14F}">
      <dgm:prSet custT="1"/>
      <dgm:spPr/>
      <dgm:t>
        <a:bodyPr/>
        <a:lstStyle/>
        <a:p>
          <a:endParaRPr lang="en-US" sz="2200"/>
        </a:p>
      </dgm:t>
    </dgm:pt>
    <dgm:pt modelId="{7E61F48A-B775-DA4D-8442-BEA2A468EE9B}">
      <dgm:prSet custT="1"/>
      <dgm:spPr/>
      <dgm:t>
        <a:bodyPr/>
        <a:lstStyle/>
        <a:p>
          <a:r>
            <a:rPr lang="en-US" sz="2200"/>
            <a:t>Integrointi</a:t>
          </a:r>
        </a:p>
      </dgm:t>
    </dgm:pt>
    <dgm:pt modelId="{E5ADC72F-520C-1141-A365-CE1EABE76244}" type="parTrans" cxnId="{96121641-D202-B04E-9362-28F3D52BA9A9}">
      <dgm:prSet/>
      <dgm:spPr/>
      <dgm:t>
        <a:bodyPr/>
        <a:lstStyle/>
        <a:p>
          <a:endParaRPr lang="en-US" sz="2200"/>
        </a:p>
      </dgm:t>
    </dgm:pt>
    <dgm:pt modelId="{A0FF60E6-4AEE-FD4B-AA49-E1A86F39F370}" type="sibTrans" cxnId="{96121641-D202-B04E-9362-28F3D52BA9A9}">
      <dgm:prSet custT="1"/>
      <dgm:spPr/>
      <dgm:t>
        <a:bodyPr/>
        <a:lstStyle/>
        <a:p>
          <a:endParaRPr lang="en-US" sz="2200"/>
        </a:p>
      </dgm:t>
    </dgm:pt>
    <dgm:pt modelId="{A1EB2250-AFF5-774E-BE54-A5A9942D9483}">
      <dgm:prSet custT="1"/>
      <dgm:spPr/>
      <dgm:t>
        <a:bodyPr/>
        <a:lstStyle/>
        <a:p>
          <a:r>
            <a:rPr lang="en-US" sz="2200"/>
            <a:t>Käyttö</a:t>
          </a:r>
        </a:p>
      </dgm:t>
    </dgm:pt>
    <dgm:pt modelId="{E40F5A6D-CA8A-474B-89E0-9DC3BD29FC75}" type="parTrans" cxnId="{68907D1F-E949-9B4D-ADDF-3DADF8C55AAB}">
      <dgm:prSet/>
      <dgm:spPr/>
      <dgm:t>
        <a:bodyPr/>
        <a:lstStyle/>
        <a:p>
          <a:endParaRPr lang="en-US" sz="2200"/>
        </a:p>
      </dgm:t>
    </dgm:pt>
    <dgm:pt modelId="{0479FFAF-B55A-0B4C-B6EF-9C4B52547B6E}" type="sibTrans" cxnId="{68907D1F-E949-9B4D-ADDF-3DADF8C55AAB}">
      <dgm:prSet/>
      <dgm:spPr/>
      <dgm:t>
        <a:bodyPr/>
        <a:lstStyle/>
        <a:p>
          <a:endParaRPr lang="en-US" sz="2200"/>
        </a:p>
      </dgm:t>
    </dgm:pt>
    <dgm:pt modelId="{49161C43-453A-654B-B702-B78B294C38BB}" type="pres">
      <dgm:prSet presAssocID="{86E6E9E1-DB14-2E4D-A354-F963F9C12AD8}" presName="Name0" presStyleCnt="0">
        <dgm:presLayoutVars>
          <dgm:dir/>
          <dgm:resizeHandles val="exact"/>
        </dgm:presLayoutVars>
      </dgm:prSet>
      <dgm:spPr/>
    </dgm:pt>
    <dgm:pt modelId="{5C3C88F8-2766-D447-9D0C-1A6F7EA47487}" type="pres">
      <dgm:prSet presAssocID="{11D25AFD-D4A6-8E44-BA18-A16A478A186C}" presName="node" presStyleLbl="node1" presStyleIdx="0" presStyleCnt="4">
        <dgm:presLayoutVars>
          <dgm:bulletEnabled val="1"/>
        </dgm:presLayoutVars>
      </dgm:prSet>
      <dgm:spPr/>
    </dgm:pt>
    <dgm:pt modelId="{9DDEC8F9-927E-D440-9A99-E6BB9198269C}" type="pres">
      <dgm:prSet presAssocID="{A8E93B8B-AEE6-EB40-BECD-7751B1FF2BD8}" presName="sibTrans" presStyleLbl="sibTrans2D1" presStyleIdx="0" presStyleCnt="3"/>
      <dgm:spPr/>
    </dgm:pt>
    <dgm:pt modelId="{09D23759-FD92-D34F-862B-1BE20E09396F}" type="pres">
      <dgm:prSet presAssocID="{A8E93B8B-AEE6-EB40-BECD-7751B1FF2BD8}" presName="connectorText" presStyleLbl="sibTrans2D1" presStyleIdx="0" presStyleCnt="3"/>
      <dgm:spPr/>
    </dgm:pt>
    <dgm:pt modelId="{127F769C-0128-CE45-8FAA-A9FA6520C725}" type="pres">
      <dgm:prSet presAssocID="{9913C3B4-15E5-0F4D-B5BF-117EDB7A2780}" presName="node" presStyleLbl="node1" presStyleIdx="1" presStyleCnt="4">
        <dgm:presLayoutVars>
          <dgm:bulletEnabled val="1"/>
        </dgm:presLayoutVars>
      </dgm:prSet>
      <dgm:spPr/>
    </dgm:pt>
    <dgm:pt modelId="{32F263D0-5861-7548-9A5D-5AF57432A894}" type="pres">
      <dgm:prSet presAssocID="{8E6D4C7A-CEA9-DA48-8FC2-40997C3B97C3}" presName="sibTrans" presStyleLbl="sibTrans2D1" presStyleIdx="1" presStyleCnt="3"/>
      <dgm:spPr/>
    </dgm:pt>
    <dgm:pt modelId="{B250E2AC-2269-874B-865C-9B43E7AEFC3A}" type="pres">
      <dgm:prSet presAssocID="{8E6D4C7A-CEA9-DA48-8FC2-40997C3B97C3}" presName="connectorText" presStyleLbl="sibTrans2D1" presStyleIdx="1" presStyleCnt="3"/>
      <dgm:spPr/>
    </dgm:pt>
    <dgm:pt modelId="{D1FE532F-579D-2647-A379-227452E456D9}" type="pres">
      <dgm:prSet presAssocID="{7E61F48A-B775-DA4D-8442-BEA2A468EE9B}" presName="node" presStyleLbl="node1" presStyleIdx="2" presStyleCnt="4">
        <dgm:presLayoutVars>
          <dgm:bulletEnabled val="1"/>
        </dgm:presLayoutVars>
      </dgm:prSet>
      <dgm:spPr/>
    </dgm:pt>
    <dgm:pt modelId="{662370A7-3752-B94B-8733-50B4804B1EFB}" type="pres">
      <dgm:prSet presAssocID="{A0FF60E6-4AEE-FD4B-AA49-E1A86F39F370}" presName="sibTrans" presStyleLbl="sibTrans2D1" presStyleIdx="2" presStyleCnt="3"/>
      <dgm:spPr/>
    </dgm:pt>
    <dgm:pt modelId="{7F0A8398-469E-6844-BE97-FDB0331731DD}" type="pres">
      <dgm:prSet presAssocID="{A0FF60E6-4AEE-FD4B-AA49-E1A86F39F370}" presName="connectorText" presStyleLbl="sibTrans2D1" presStyleIdx="2" presStyleCnt="3"/>
      <dgm:spPr/>
    </dgm:pt>
    <dgm:pt modelId="{B73D2227-5D8A-654D-BA8D-D90B8FA889E3}" type="pres">
      <dgm:prSet presAssocID="{A1EB2250-AFF5-774E-BE54-A5A9942D9483}" presName="node" presStyleLbl="node1" presStyleIdx="3" presStyleCnt="4">
        <dgm:presLayoutVars>
          <dgm:bulletEnabled val="1"/>
        </dgm:presLayoutVars>
      </dgm:prSet>
      <dgm:spPr/>
    </dgm:pt>
  </dgm:ptLst>
  <dgm:cxnLst>
    <dgm:cxn modelId="{6BEBCB0E-C29A-804A-9AC2-799881581DC2}" type="presOf" srcId="{11D25AFD-D4A6-8E44-BA18-A16A478A186C}" destId="{5C3C88F8-2766-D447-9D0C-1A6F7EA47487}" srcOrd="0" destOrd="0" presId="urn:microsoft.com/office/officeart/2005/8/layout/process1"/>
    <dgm:cxn modelId="{D6053A1D-EC43-B24F-A763-B097B9BB81E7}" type="presOf" srcId="{A1EB2250-AFF5-774E-BE54-A5A9942D9483}" destId="{B73D2227-5D8A-654D-BA8D-D90B8FA889E3}" srcOrd="0" destOrd="0" presId="urn:microsoft.com/office/officeart/2005/8/layout/process1"/>
    <dgm:cxn modelId="{68907D1F-E949-9B4D-ADDF-3DADF8C55AAB}" srcId="{86E6E9E1-DB14-2E4D-A354-F963F9C12AD8}" destId="{A1EB2250-AFF5-774E-BE54-A5A9942D9483}" srcOrd="3" destOrd="0" parTransId="{E40F5A6D-CA8A-474B-89E0-9DC3BD29FC75}" sibTransId="{0479FFAF-B55A-0B4C-B6EF-9C4B52547B6E}"/>
    <dgm:cxn modelId="{A972E925-D280-624B-9507-71E6AC0DB11F}" type="presOf" srcId="{A0FF60E6-4AEE-FD4B-AA49-E1A86F39F370}" destId="{662370A7-3752-B94B-8733-50B4804B1EFB}" srcOrd="0" destOrd="0" presId="urn:microsoft.com/office/officeart/2005/8/layout/process1"/>
    <dgm:cxn modelId="{BBB47326-48CC-9F41-A965-687A77D595EA}" type="presOf" srcId="{A0FF60E6-4AEE-FD4B-AA49-E1A86F39F370}" destId="{7F0A8398-469E-6844-BE97-FDB0331731DD}" srcOrd="1" destOrd="0" presId="urn:microsoft.com/office/officeart/2005/8/layout/process1"/>
    <dgm:cxn modelId="{4E20392B-EA02-A641-AB67-CCE87C3A96E5}" type="presOf" srcId="{7E61F48A-B775-DA4D-8442-BEA2A468EE9B}" destId="{D1FE532F-579D-2647-A379-227452E456D9}" srcOrd="0" destOrd="0" presId="urn:microsoft.com/office/officeart/2005/8/layout/process1"/>
    <dgm:cxn modelId="{6ACF2731-1ECB-7540-9491-3799FF3FFEC7}" type="presOf" srcId="{8E6D4C7A-CEA9-DA48-8FC2-40997C3B97C3}" destId="{B250E2AC-2269-874B-865C-9B43E7AEFC3A}" srcOrd="1" destOrd="0" presId="urn:microsoft.com/office/officeart/2005/8/layout/process1"/>
    <dgm:cxn modelId="{BE7D5A34-D57C-2A4E-B9A8-6410DBABA14F}" srcId="{86E6E9E1-DB14-2E4D-A354-F963F9C12AD8}" destId="{9913C3B4-15E5-0F4D-B5BF-117EDB7A2780}" srcOrd="1" destOrd="0" parTransId="{4E9CAB6C-E0E9-6542-9C4D-C6FC41DE97EC}" sibTransId="{8E6D4C7A-CEA9-DA48-8FC2-40997C3B97C3}"/>
    <dgm:cxn modelId="{F21B2A35-AF19-A84A-B43E-E3003F383929}" type="presOf" srcId="{A8E93B8B-AEE6-EB40-BECD-7751B1FF2BD8}" destId="{9DDEC8F9-927E-D440-9A99-E6BB9198269C}" srcOrd="0" destOrd="0" presId="urn:microsoft.com/office/officeart/2005/8/layout/process1"/>
    <dgm:cxn modelId="{96121641-D202-B04E-9362-28F3D52BA9A9}" srcId="{86E6E9E1-DB14-2E4D-A354-F963F9C12AD8}" destId="{7E61F48A-B775-DA4D-8442-BEA2A468EE9B}" srcOrd="2" destOrd="0" parTransId="{E5ADC72F-520C-1141-A365-CE1EABE76244}" sibTransId="{A0FF60E6-4AEE-FD4B-AA49-E1A86F39F370}"/>
    <dgm:cxn modelId="{C58E5546-7A40-8745-8EE4-36F61B0A7144}" srcId="{86E6E9E1-DB14-2E4D-A354-F963F9C12AD8}" destId="{11D25AFD-D4A6-8E44-BA18-A16A478A186C}" srcOrd="0" destOrd="0" parTransId="{F83E1F31-71A6-2741-B60E-E43B642FF7AB}" sibTransId="{A8E93B8B-AEE6-EB40-BECD-7751B1FF2BD8}"/>
    <dgm:cxn modelId="{1A423E62-C5F8-BC40-9CDE-9AB1A0EF27F5}" type="presOf" srcId="{9913C3B4-15E5-0F4D-B5BF-117EDB7A2780}" destId="{127F769C-0128-CE45-8FAA-A9FA6520C725}" srcOrd="0" destOrd="0" presId="urn:microsoft.com/office/officeart/2005/8/layout/process1"/>
    <dgm:cxn modelId="{38A6D288-46D0-1944-BA2B-5F587B76A190}" type="presOf" srcId="{A8E93B8B-AEE6-EB40-BECD-7751B1FF2BD8}" destId="{09D23759-FD92-D34F-862B-1BE20E09396F}" srcOrd="1" destOrd="0" presId="urn:microsoft.com/office/officeart/2005/8/layout/process1"/>
    <dgm:cxn modelId="{BADDB2BF-F356-8D4D-B965-3B5B5E550DBA}" type="presOf" srcId="{86E6E9E1-DB14-2E4D-A354-F963F9C12AD8}" destId="{49161C43-453A-654B-B702-B78B294C38BB}" srcOrd="0" destOrd="0" presId="urn:microsoft.com/office/officeart/2005/8/layout/process1"/>
    <dgm:cxn modelId="{5E52BBC2-A71B-C34E-B5F5-2597E379486B}" type="presOf" srcId="{8E6D4C7A-CEA9-DA48-8FC2-40997C3B97C3}" destId="{32F263D0-5861-7548-9A5D-5AF57432A894}" srcOrd="0" destOrd="0" presId="urn:microsoft.com/office/officeart/2005/8/layout/process1"/>
    <dgm:cxn modelId="{21F4C09A-4B8B-1943-8A0B-607E32CCEBE5}" type="presParOf" srcId="{49161C43-453A-654B-B702-B78B294C38BB}" destId="{5C3C88F8-2766-D447-9D0C-1A6F7EA47487}" srcOrd="0" destOrd="0" presId="urn:microsoft.com/office/officeart/2005/8/layout/process1"/>
    <dgm:cxn modelId="{1CCA83D0-E176-A34D-B7C1-CFBA7F54D668}" type="presParOf" srcId="{49161C43-453A-654B-B702-B78B294C38BB}" destId="{9DDEC8F9-927E-D440-9A99-E6BB9198269C}" srcOrd="1" destOrd="0" presId="urn:microsoft.com/office/officeart/2005/8/layout/process1"/>
    <dgm:cxn modelId="{C042F6EE-6CF6-294B-8E18-D5B3A12E06A0}" type="presParOf" srcId="{9DDEC8F9-927E-D440-9A99-E6BB9198269C}" destId="{09D23759-FD92-D34F-862B-1BE20E09396F}" srcOrd="0" destOrd="0" presId="urn:microsoft.com/office/officeart/2005/8/layout/process1"/>
    <dgm:cxn modelId="{43723FD3-CD28-6D48-9A51-37803D3D8145}" type="presParOf" srcId="{49161C43-453A-654B-B702-B78B294C38BB}" destId="{127F769C-0128-CE45-8FAA-A9FA6520C725}" srcOrd="2" destOrd="0" presId="urn:microsoft.com/office/officeart/2005/8/layout/process1"/>
    <dgm:cxn modelId="{97C4A4EA-E108-BD4F-80C6-3E244A1DD089}" type="presParOf" srcId="{49161C43-453A-654B-B702-B78B294C38BB}" destId="{32F263D0-5861-7548-9A5D-5AF57432A894}" srcOrd="3" destOrd="0" presId="urn:microsoft.com/office/officeart/2005/8/layout/process1"/>
    <dgm:cxn modelId="{F8C5B6E3-8256-A043-B5F5-E890DD4A4E11}" type="presParOf" srcId="{32F263D0-5861-7548-9A5D-5AF57432A894}" destId="{B250E2AC-2269-874B-865C-9B43E7AEFC3A}" srcOrd="0" destOrd="0" presId="urn:microsoft.com/office/officeart/2005/8/layout/process1"/>
    <dgm:cxn modelId="{AEBBC0A4-54FA-104F-A044-4BF30070D54D}" type="presParOf" srcId="{49161C43-453A-654B-B702-B78B294C38BB}" destId="{D1FE532F-579D-2647-A379-227452E456D9}" srcOrd="4" destOrd="0" presId="urn:microsoft.com/office/officeart/2005/8/layout/process1"/>
    <dgm:cxn modelId="{02B3330F-FA23-9C43-9330-5AAECCF65EF1}" type="presParOf" srcId="{49161C43-453A-654B-B702-B78B294C38BB}" destId="{662370A7-3752-B94B-8733-50B4804B1EFB}" srcOrd="5" destOrd="0" presId="urn:microsoft.com/office/officeart/2005/8/layout/process1"/>
    <dgm:cxn modelId="{E6610BDC-27A7-5645-A885-5A9EF0F37BF6}" type="presParOf" srcId="{662370A7-3752-B94B-8733-50B4804B1EFB}" destId="{7F0A8398-469E-6844-BE97-FDB0331731DD}" srcOrd="0" destOrd="0" presId="urn:microsoft.com/office/officeart/2005/8/layout/process1"/>
    <dgm:cxn modelId="{55B788BD-60A9-E843-997F-9A484875AB5F}" type="presParOf" srcId="{49161C43-453A-654B-B702-B78B294C38BB}" destId="{B73D2227-5D8A-654D-BA8D-D90B8FA889E3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A2C18CF-1EBC-D849-B461-712730A909D6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E95E543-5D0B-FE4B-ABBB-2475078AACEC}">
      <dgm:prSet custT="1"/>
      <dgm:spPr/>
      <dgm:t>
        <a:bodyPr/>
        <a:lstStyle/>
        <a:p>
          <a:r>
            <a:rPr lang="en-US" sz="1900"/>
            <a:t>Kokeile</a:t>
          </a:r>
        </a:p>
      </dgm:t>
    </dgm:pt>
    <dgm:pt modelId="{5B2F3092-D556-F842-AB99-D0628DE0BAB7}" type="parTrans" cxnId="{C36E5748-BE66-CF4E-8CE4-C275E8201DE0}">
      <dgm:prSet/>
      <dgm:spPr/>
      <dgm:t>
        <a:bodyPr/>
        <a:lstStyle/>
        <a:p>
          <a:endParaRPr lang="en-US" sz="1900"/>
        </a:p>
      </dgm:t>
    </dgm:pt>
    <dgm:pt modelId="{24782D52-7A93-FE49-856F-C85A5A6E4C36}" type="sibTrans" cxnId="{C36E5748-BE66-CF4E-8CE4-C275E8201DE0}">
      <dgm:prSet custT="1"/>
      <dgm:spPr/>
      <dgm:t>
        <a:bodyPr/>
        <a:lstStyle/>
        <a:p>
          <a:endParaRPr lang="en-US" sz="1900"/>
        </a:p>
      </dgm:t>
    </dgm:pt>
    <dgm:pt modelId="{50686C67-CEC9-A740-8465-7DE5C3090FCF}">
      <dgm:prSet custT="1"/>
      <dgm:spPr/>
      <dgm:t>
        <a:bodyPr/>
        <a:lstStyle/>
        <a:p>
          <a:r>
            <a:rPr lang="en-US" sz="1900"/>
            <a:t>Selitä</a:t>
          </a:r>
        </a:p>
      </dgm:t>
    </dgm:pt>
    <dgm:pt modelId="{3751CC41-DE76-8B41-8CC0-BE467B4FB47F}" type="parTrans" cxnId="{68ED11F1-8246-7941-8B02-EB75350842C4}">
      <dgm:prSet/>
      <dgm:spPr/>
      <dgm:t>
        <a:bodyPr/>
        <a:lstStyle/>
        <a:p>
          <a:endParaRPr lang="en-US" sz="1900"/>
        </a:p>
      </dgm:t>
    </dgm:pt>
    <dgm:pt modelId="{B029F97A-48F8-9544-8532-601DCC7898DE}" type="sibTrans" cxnId="{68ED11F1-8246-7941-8B02-EB75350842C4}">
      <dgm:prSet custT="1"/>
      <dgm:spPr/>
      <dgm:t>
        <a:bodyPr/>
        <a:lstStyle/>
        <a:p>
          <a:endParaRPr lang="en-US" sz="1900"/>
        </a:p>
      </dgm:t>
    </dgm:pt>
    <dgm:pt modelId="{F7F9B97C-C8FF-184C-8B91-8218093496D0}">
      <dgm:prSet custT="1"/>
      <dgm:spPr/>
      <dgm:t>
        <a:bodyPr/>
        <a:lstStyle/>
        <a:p>
          <a:r>
            <a:rPr lang="en-US" sz="1900"/>
            <a:t>Palaute</a:t>
          </a:r>
        </a:p>
      </dgm:t>
    </dgm:pt>
    <dgm:pt modelId="{2B39D4E7-E790-3A4F-AAD7-85B701E28913}" type="parTrans" cxnId="{2C34B95B-2DFD-4749-8BDB-ACCA8C8781B8}">
      <dgm:prSet/>
      <dgm:spPr/>
      <dgm:t>
        <a:bodyPr/>
        <a:lstStyle/>
        <a:p>
          <a:endParaRPr lang="en-US" sz="1900"/>
        </a:p>
      </dgm:t>
    </dgm:pt>
    <dgm:pt modelId="{3C0D16D5-EC1C-0F4C-B8FC-DA56366A7930}" type="sibTrans" cxnId="{2C34B95B-2DFD-4749-8BDB-ACCA8C8781B8}">
      <dgm:prSet custT="1"/>
      <dgm:spPr/>
      <dgm:t>
        <a:bodyPr/>
        <a:lstStyle/>
        <a:p>
          <a:endParaRPr lang="en-US" sz="1900"/>
        </a:p>
      </dgm:t>
    </dgm:pt>
    <dgm:pt modelId="{4E44E50F-17EA-B840-BC4A-616A9C448845}">
      <dgm:prSet custT="1"/>
      <dgm:spPr/>
      <dgm:t>
        <a:bodyPr/>
        <a:lstStyle/>
        <a:p>
          <a:r>
            <a:rPr lang="en-US" sz="1900"/>
            <a:t>Muuta</a:t>
          </a:r>
        </a:p>
      </dgm:t>
    </dgm:pt>
    <dgm:pt modelId="{68BBE242-1C61-BF43-B045-31E5A568FB7E}" type="parTrans" cxnId="{EF8F1E7A-A2C6-5244-AF9D-292A7F039A05}">
      <dgm:prSet/>
      <dgm:spPr/>
      <dgm:t>
        <a:bodyPr/>
        <a:lstStyle/>
        <a:p>
          <a:endParaRPr lang="en-US" sz="1900"/>
        </a:p>
      </dgm:t>
    </dgm:pt>
    <dgm:pt modelId="{E6265769-5F61-164D-B936-6C2DE01E053B}" type="sibTrans" cxnId="{EF8F1E7A-A2C6-5244-AF9D-292A7F039A05}">
      <dgm:prSet custT="1"/>
      <dgm:spPr/>
      <dgm:t>
        <a:bodyPr/>
        <a:lstStyle/>
        <a:p>
          <a:endParaRPr lang="en-US" sz="1900"/>
        </a:p>
      </dgm:t>
    </dgm:pt>
    <dgm:pt modelId="{F3510E3F-4B95-764F-A898-72C95C4AD3AC}" type="pres">
      <dgm:prSet presAssocID="{0A2C18CF-1EBC-D849-B461-712730A909D6}" presName="cycle" presStyleCnt="0">
        <dgm:presLayoutVars>
          <dgm:dir/>
          <dgm:resizeHandles val="exact"/>
        </dgm:presLayoutVars>
      </dgm:prSet>
      <dgm:spPr/>
    </dgm:pt>
    <dgm:pt modelId="{E2B5D271-3D6C-4749-916F-27F89DC90F11}" type="pres">
      <dgm:prSet presAssocID="{EE95E543-5D0B-FE4B-ABBB-2475078AACEC}" presName="node" presStyleLbl="node1" presStyleIdx="0" presStyleCnt="4">
        <dgm:presLayoutVars>
          <dgm:bulletEnabled val="1"/>
        </dgm:presLayoutVars>
      </dgm:prSet>
      <dgm:spPr/>
    </dgm:pt>
    <dgm:pt modelId="{C44D888D-7B97-8F4C-88F0-4C05016283DF}" type="pres">
      <dgm:prSet presAssocID="{24782D52-7A93-FE49-856F-C85A5A6E4C36}" presName="sibTrans" presStyleLbl="sibTrans2D1" presStyleIdx="0" presStyleCnt="4"/>
      <dgm:spPr/>
    </dgm:pt>
    <dgm:pt modelId="{2BED6995-126B-7F4F-A04D-7D964450BD88}" type="pres">
      <dgm:prSet presAssocID="{24782D52-7A93-FE49-856F-C85A5A6E4C36}" presName="connectorText" presStyleLbl="sibTrans2D1" presStyleIdx="0" presStyleCnt="4"/>
      <dgm:spPr/>
    </dgm:pt>
    <dgm:pt modelId="{7A6ADEE4-B10D-D340-9E23-9DC18B69AE07}" type="pres">
      <dgm:prSet presAssocID="{50686C67-CEC9-A740-8465-7DE5C3090FCF}" presName="node" presStyleLbl="node1" presStyleIdx="1" presStyleCnt="4">
        <dgm:presLayoutVars>
          <dgm:bulletEnabled val="1"/>
        </dgm:presLayoutVars>
      </dgm:prSet>
      <dgm:spPr/>
    </dgm:pt>
    <dgm:pt modelId="{840383F5-0EBE-7742-B34D-EFDD0E92CDDC}" type="pres">
      <dgm:prSet presAssocID="{B029F97A-48F8-9544-8532-601DCC7898DE}" presName="sibTrans" presStyleLbl="sibTrans2D1" presStyleIdx="1" presStyleCnt="4"/>
      <dgm:spPr/>
    </dgm:pt>
    <dgm:pt modelId="{A674ACA5-3385-7544-B882-375C16AED69A}" type="pres">
      <dgm:prSet presAssocID="{B029F97A-48F8-9544-8532-601DCC7898DE}" presName="connectorText" presStyleLbl="sibTrans2D1" presStyleIdx="1" presStyleCnt="4"/>
      <dgm:spPr/>
    </dgm:pt>
    <dgm:pt modelId="{36818457-7926-0F42-9B92-87E027E44EB3}" type="pres">
      <dgm:prSet presAssocID="{F7F9B97C-C8FF-184C-8B91-8218093496D0}" presName="node" presStyleLbl="node1" presStyleIdx="2" presStyleCnt="4">
        <dgm:presLayoutVars>
          <dgm:bulletEnabled val="1"/>
        </dgm:presLayoutVars>
      </dgm:prSet>
      <dgm:spPr/>
    </dgm:pt>
    <dgm:pt modelId="{EE17CD9A-1564-6445-80D0-0291E2BC9A5A}" type="pres">
      <dgm:prSet presAssocID="{3C0D16D5-EC1C-0F4C-B8FC-DA56366A7930}" presName="sibTrans" presStyleLbl="sibTrans2D1" presStyleIdx="2" presStyleCnt="4"/>
      <dgm:spPr/>
    </dgm:pt>
    <dgm:pt modelId="{1B0978D4-1A79-DF48-AE12-D1E92D8DC1BB}" type="pres">
      <dgm:prSet presAssocID="{3C0D16D5-EC1C-0F4C-B8FC-DA56366A7930}" presName="connectorText" presStyleLbl="sibTrans2D1" presStyleIdx="2" presStyleCnt="4"/>
      <dgm:spPr/>
    </dgm:pt>
    <dgm:pt modelId="{0E8BE0FC-1C1A-8746-A0E8-708F4E8BB7BF}" type="pres">
      <dgm:prSet presAssocID="{4E44E50F-17EA-B840-BC4A-616A9C448845}" presName="node" presStyleLbl="node1" presStyleIdx="3" presStyleCnt="4">
        <dgm:presLayoutVars>
          <dgm:bulletEnabled val="1"/>
        </dgm:presLayoutVars>
      </dgm:prSet>
      <dgm:spPr/>
    </dgm:pt>
    <dgm:pt modelId="{6756CB98-7087-8A4B-B1A6-FCCF9BCDB934}" type="pres">
      <dgm:prSet presAssocID="{E6265769-5F61-164D-B936-6C2DE01E053B}" presName="sibTrans" presStyleLbl="sibTrans2D1" presStyleIdx="3" presStyleCnt="4"/>
      <dgm:spPr/>
    </dgm:pt>
    <dgm:pt modelId="{1B64DAA4-BE42-0B4C-84E3-987EBBF6B539}" type="pres">
      <dgm:prSet presAssocID="{E6265769-5F61-164D-B936-6C2DE01E053B}" presName="connectorText" presStyleLbl="sibTrans2D1" presStyleIdx="3" presStyleCnt="4"/>
      <dgm:spPr/>
    </dgm:pt>
  </dgm:ptLst>
  <dgm:cxnLst>
    <dgm:cxn modelId="{F956711B-C1FE-E945-ABEE-FA6027384A34}" type="presOf" srcId="{F7F9B97C-C8FF-184C-8B91-8218093496D0}" destId="{36818457-7926-0F42-9B92-87E027E44EB3}" srcOrd="0" destOrd="0" presId="urn:microsoft.com/office/officeart/2005/8/layout/cycle2"/>
    <dgm:cxn modelId="{BC6D4B1C-2E24-FB41-8C13-9C3EA004B162}" type="presOf" srcId="{24782D52-7A93-FE49-856F-C85A5A6E4C36}" destId="{2BED6995-126B-7F4F-A04D-7D964450BD88}" srcOrd="1" destOrd="0" presId="urn:microsoft.com/office/officeart/2005/8/layout/cycle2"/>
    <dgm:cxn modelId="{FEF01C1D-2993-BE47-B3F5-CB815DBD0AB3}" type="presOf" srcId="{B029F97A-48F8-9544-8532-601DCC7898DE}" destId="{A674ACA5-3385-7544-B882-375C16AED69A}" srcOrd="1" destOrd="0" presId="urn:microsoft.com/office/officeart/2005/8/layout/cycle2"/>
    <dgm:cxn modelId="{40017729-E132-7F4E-B683-D7C465638FA1}" type="presOf" srcId="{24782D52-7A93-FE49-856F-C85A5A6E4C36}" destId="{C44D888D-7B97-8F4C-88F0-4C05016283DF}" srcOrd="0" destOrd="0" presId="urn:microsoft.com/office/officeart/2005/8/layout/cycle2"/>
    <dgm:cxn modelId="{9DF0282B-9ADB-E840-9808-51CE3E293C64}" type="presOf" srcId="{0A2C18CF-1EBC-D849-B461-712730A909D6}" destId="{F3510E3F-4B95-764F-A898-72C95C4AD3AC}" srcOrd="0" destOrd="0" presId="urn:microsoft.com/office/officeart/2005/8/layout/cycle2"/>
    <dgm:cxn modelId="{C36E5748-BE66-CF4E-8CE4-C275E8201DE0}" srcId="{0A2C18CF-1EBC-D849-B461-712730A909D6}" destId="{EE95E543-5D0B-FE4B-ABBB-2475078AACEC}" srcOrd="0" destOrd="0" parTransId="{5B2F3092-D556-F842-AB99-D0628DE0BAB7}" sibTransId="{24782D52-7A93-FE49-856F-C85A5A6E4C36}"/>
    <dgm:cxn modelId="{DD569B4D-F162-3344-9BF4-98EABB991A93}" type="presOf" srcId="{3C0D16D5-EC1C-0F4C-B8FC-DA56366A7930}" destId="{EE17CD9A-1564-6445-80D0-0291E2BC9A5A}" srcOrd="0" destOrd="0" presId="urn:microsoft.com/office/officeart/2005/8/layout/cycle2"/>
    <dgm:cxn modelId="{13DC4355-355E-614A-975A-6D47849B543E}" type="presOf" srcId="{E6265769-5F61-164D-B936-6C2DE01E053B}" destId="{1B64DAA4-BE42-0B4C-84E3-987EBBF6B539}" srcOrd="1" destOrd="0" presId="urn:microsoft.com/office/officeart/2005/8/layout/cycle2"/>
    <dgm:cxn modelId="{2C34B95B-2DFD-4749-8BDB-ACCA8C8781B8}" srcId="{0A2C18CF-1EBC-D849-B461-712730A909D6}" destId="{F7F9B97C-C8FF-184C-8B91-8218093496D0}" srcOrd="2" destOrd="0" parTransId="{2B39D4E7-E790-3A4F-AAD7-85B701E28913}" sibTransId="{3C0D16D5-EC1C-0F4C-B8FC-DA56366A7930}"/>
    <dgm:cxn modelId="{308EF876-D139-B448-8BB8-1982F2752B2F}" type="presOf" srcId="{50686C67-CEC9-A740-8465-7DE5C3090FCF}" destId="{7A6ADEE4-B10D-D340-9E23-9DC18B69AE07}" srcOrd="0" destOrd="0" presId="urn:microsoft.com/office/officeart/2005/8/layout/cycle2"/>
    <dgm:cxn modelId="{CB2C9C77-0542-3E46-8E5B-D2217FD7731F}" type="presOf" srcId="{E6265769-5F61-164D-B936-6C2DE01E053B}" destId="{6756CB98-7087-8A4B-B1A6-FCCF9BCDB934}" srcOrd="0" destOrd="0" presId="urn:microsoft.com/office/officeart/2005/8/layout/cycle2"/>
    <dgm:cxn modelId="{EF8F1E7A-A2C6-5244-AF9D-292A7F039A05}" srcId="{0A2C18CF-1EBC-D849-B461-712730A909D6}" destId="{4E44E50F-17EA-B840-BC4A-616A9C448845}" srcOrd="3" destOrd="0" parTransId="{68BBE242-1C61-BF43-B045-31E5A568FB7E}" sibTransId="{E6265769-5F61-164D-B936-6C2DE01E053B}"/>
    <dgm:cxn modelId="{EDA50A9C-BBEA-2943-AA92-04C31F54F5D4}" type="presOf" srcId="{4E44E50F-17EA-B840-BC4A-616A9C448845}" destId="{0E8BE0FC-1C1A-8746-A0E8-708F4E8BB7BF}" srcOrd="0" destOrd="0" presId="urn:microsoft.com/office/officeart/2005/8/layout/cycle2"/>
    <dgm:cxn modelId="{66E036BD-6988-1D45-81EA-F3ACB6954885}" type="presOf" srcId="{EE95E543-5D0B-FE4B-ABBB-2475078AACEC}" destId="{E2B5D271-3D6C-4749-916F-27F89DC90F11}" srcOrd="0" destOrd="0" presId="urn:microsoft.com/office/officeart/2005/8/layout/cycle2"/>
    <dgm:cxn modelId="{4D2A9BC2-236E-7543-939C-4074E0D7D00C}" type="presOf" srcId="{3C0D16D5-EC1C-0F4C-B8FC-DA56366A7930}" destId="{1B0978D4-1A79-DF48-AE12-D1E92D8DC1BB}" srcOrd="1" destOrd="0" presId="urn:microsoft.com/office/officeart/2005/8/layout/cycle2"/>
    <dgm:cxn modelId="{4F46B1CA-A94A-E548-BCE9-25BA8AB301B8}" type="presOf" srcId="{B029F97A-48F8-9544-8532-601DCC7898DE}" destId="{840383F5-0EBE-7742-B34D-EFDD0E92CDDC}" srcOrd="0" destOrd="0" presId="urn:microsoft.com/office/officeart/2005/8/layout/cycle2"/>
    <dgm:cxn modelId="{68ED11F1-8246-7941-8B02-EB75350842C4}" srcId="{0A2C18CF-1EBC-D849-B461-712730A909D6}" destId="{50686C67-CEC9-A740-8465-7DE5C3090FCF}" srcOrd="1" destOrd="0" parTransId="{3751CC41-DE76-8B41-8CC0-BE467B4FB47F}" sibTransId="{B029F97A-48F8-9544-8532-601DCC7898DE}"/>
    <dgm:cxn modelId="{12B13784-3EA3-0844-B1A7-667BBCD62BE6}" type="presParOf" srcId="{F3510E3F-4B95-764F-A898-72C95C4AD3AC}" destId="{E2B5D271-3D6C-4749-916F-27F89DC90F11}" srcOrd="0" destOrd="0" presId="urn:microsoft.com/office/officeart/2005/8/layout/cycle2"/>
    <dgm:cxn modelId="{F95EE56D-3910-964D-8B62-2A39335A502D}" type="presParOf" srcId="{F3510E3F-4B95-764F-A898-72C95C4AD3AC}" destId="{C44D888D-7B97-8F4C-88F0-4C05016283DF}" srcOrd="1" destOrd="0" presId="urn:microsoft.com/office/officeart/2005/8/layout/cycle2"/>
    <dgm:cxn modelId="{D1D6376F-1672-E746-A90D-E2C6D79DF0BC}" type="presParOf" srcId="{C44D888D-7B97-8F4C-88F0-4C05016283DF}" destId="{2BED6995-126B-7F4F-A04D-7D964450BD88}" srcOrd="0" destOrd="0" presId="urn:microsoft.com/office/officeart/2005/8/layout/cycle2"/>
    <dgm:cxn modelId="{CC94F3A6-2084-D148-AEB0-BDFFC182689B}" type="presParOf" srcId="{F3510E3F-4B95-764F-A898-72C95C4AD3AC}" destId="{7A6ADEE4-B10D-D340-9E23-9DC18B69AE07}" srcOrd="2" destOrd="0" presId="urn:microsoft.com/office/officeart/2005/8/layout/cycle2"/>
    <dgm:cxn modelId="{9C790CFD-AA95-EF4A-9CC8-D0649BC07013}" type="presParOf" srcId="{F3510E3F-4B95-764F-A898-72C95C4AD3AC}" destId="{840383F5-0EBE-7742-B34D-EFDD0E92CDDC}" srcOrd="3" destOrd="0" presId="urn:microsoft.com/office/officeart/2005/8/layout/cycle2"/>
    <dgm:cxn modelId="{7961944B-FD98-B242-88AE-1305491AD733}" type="presParOf" srcId="{840383F5-0EBE-7742-B34D-EFDD0E92CDDC}" destId="{A674ACA5-3385-7544-B882-375C16AED69A}" srcOrd="0" destOrd="0" presId="urn:microsoft.com/office/officeart/2005/8/layout/cycle2"/>
    <dgm:cxn modelId="{FD2C8F55-DF5C-9D45-80BD-0D97F0FCEDCE}" type="presParOf" srcId="{F3510E3F-4B95-764F-A898-72C95C4AD3AC}" destId="{36818457-7926-0F42-9B92-87E027E44EB3}" srcOrd="4" destOrd="0" presId="urn:microsoft.com/office/officeart/2005/8/layout/cycle2"/>
    <dgm:cxn modelId="{E96FEB8A-3C10-C04C-8DC7-9576AF23C7B5}" type="presParOf" srcId="{F3510E3F-4B95-764F-A898-72C95C4AD3AC}" destId="{EE17CD9A-1564-6445-80D0-0291E2BC9A5A}" srcOrd="5" destOrd="0" presId="urn:microsoft.com/office/officeart/2005/8/layout/cycle2"/>
    <dgm:cxn modelId="{62A324D9-8545-6148-ABC9-F11AD29EB58C}" type="presParOf" srcId="{EE17CD9A-1564-6445-80D0-0291E2BC9A5A}" destId="{1B0978D4-1A79-DF48-AE12-D1E92D8DC1BB}" srcOrd="0" destOrd="0" presId="urn:microsoft.com/office/officeart/2005/8/layout/cycle2"/>
    <dgm:cxn modelId="{6C4DE96C-376C-764A-973F-3D57A1164A5A}" type="presParOf" srcId="{F3510E3F-4B95-764F-A898-72C95C4AD3AC}" destId="{0E8BE0FC-1C1A-8746-A0E8-708F4E8BB7BF}" srcOrd="6" destOrd="0" presId="urn:microsoft.com/office/officeart/2005/8/layout/cycle2"/>
    <dgm:cxn modelId="{FB473B97-CDCF-F343-A870-AC6EF1BF5315}" type="presParOf" srcId="{F3510E3F-4B95-764F-A898-72C95C4AD3AC}" destId="{6756CB98-7087-8A4B-B1A6-FCCF9BCDB934}" srcOrd="7" destOrd="0" presId="urn:microsoft.com/office/officeart/2005/8/layout/cycle2"/>
    <dgm:cxn modelId="{A9308DCB-FA9D-844D-A4DC-095204FD407F}" type="presParOf" srcId="{6756CB98-7087-8A4B-B1A6-FCCF9BCDB934}" destId="{1B64DAA4-BE42-0B4C-84E3-987EBBF6B53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778736-1064-0E4B-BE13-99B29CF1EFD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8D50C50-7537-1147-8DC9-B3BACB32C3FD}">
      <dgm:prSet custT="1"/>
      <dgm:spPr/>
      <dgm:t>
        <a:bodyPr/>
        <a:lstStyle/>
        <a:p>
          <a:r>
            <a:rPr lang="en-US" sz="2000"/>
            <a:t>Rajaa</a:t>
          </a:r>
        </a:p>
      </dgm:t>
    </dgm:pt>
    <dgm:pt modelId="{890514E1-6C91-714A-ADCC-39134F260BF6}" type="parTrans" cxnId="{0FE16D9B-3142-5340-8143-CF206561F389}">
      <dgm:prSet/>
      <dgm:spPr/>
      <dgm:t>
        <a:bodyPr/>
        <a:lstStyle/>
        <a:p>
          <a:endParaRPr lang="en-US" sz="2000"/>
        </a:p>
      </dgm:t>
    </dgm:pt>
    <dgm:pt modelId="{04E80AFB-C688-9940-B23E-24692E922F45}" type="sibTrans" cxnId="{0FE16D9B-3142-5340-8143-CF206561F389}">
      <dgm:prSet custT="1"/>
      <dgm:spPr/>
      <dgm:t>
        <a:bodyPr/>
        <a:lstStyle/>
        <a:p>
          <a:endParaRPr lang="en-US" sz="2000"/>
        </a:p>
      </dgm:t>
    </dgm:pt>
    <dgm:pt modelId="{3A1988FB-1602-4B40-8BEB-43510F85C95C}">
      <dgm:prSet custT="1"/>
      <dgm:spPr/>
      <dgm:t>
        <a:bodyPr/>
        <a:lstStyle/>
        <a:p>
          <a:r>
            <a:rPr lang="en-US" sz="2000"/>
            <a:t>Tutki</a:t>
          </a:r>
        </a:p>
      </dgm:t>
    </dgm:pt>
    <dgm:pt modelId="{CA9AC9B0-C717-A941-8C66-DABDFC872BEB}" type="parTrans" cxnId="{7822C09F-A05B-4643-BB12-43260A616D07}">
      <dgm:prSet/>
      <dgm:spPr/>
      <dgm:t>
        <a:bodyPr/>
        <a:lstStyle/>
        <a:p>
          <a:endParaRPr lang="en-US" sz="2000"/>
        </a:p>
      </dgm:t>
    </dgm:pt>
    <dgm:pt modelId="{22C83C5B-41F4-7D4B-BD36-1963B0BE28A2}" type="sibTrans" cxnId="{7822C09F-A05B-4643-BB12-43260A616D07}">
      <dgm:prSet custT="1"/>
      <dgm:spPr/>
      <dgm:t>
        <a:bodyPr/>
        <a:lstStyle/>
        <a:p>
          <a:endParaRPr lang="en-US" sz="2000"/>
        </a:p>
      </dgm:t>
    </dgm:pt>
    <dgm:pt modelId="{FEB8C2DD-7BEF-984C-A11C-F51BB88AF5BE}">
      <dgm:prSet custT="1"/>
      <dgm:spPr/>
      <dgm:t>
        <a:bodyPr/>
        <a:lstStyle/>
        <a:p>
          <a:r>
            <a:rPr lang="en-US" sz="2000"/>
            <a:t>Toteuta</a:t>
          </a:r>
        </a:p>
      </dgm:t>
    </dgm:pt>
    <dgm:pt modelId="{332755B3-8C54-2548-8A3C-0AB412521155}" type="parTrans" cxnId="{E40151CA-C074-3245-BAC8-C7B20F41C9E6}">
      <dgm:prSet/>
      <dgm:spPr/>
      <dgm:t>
        <a:bodyPr/>
        <a:lstStyle/>
        <a:p>
          <a:endParaRPr lang="en-US" sz="2000"/>
        </a:p>
      </dgm:t>
    </dgm:pt>
    <dgm:pt modelId="{0773DE2D-86AA-A449-95ED-69ECFEDDC376}" type="sibTrans" cxnId="{E40151CA-C074-3245-BAC8-C7B20F41C9E6}">
      <dgm:prSet custT="1"/>
      <dgm:spPr/>
      <dgm:t>
        <a:bodyPr/>
        <a:lstStyle/>
        <a:p>
          <a:endParaRPr lang="en-US" sz="2000"/>
        </a:p>
      </dgm:t>
    </dgm:pt>
    <dgm:pt modelId="{36AB4EDF-9441-9C45-879D-EFE648D8EB59}">
      <dgm:prSet custT="1"/>
      <dgm:spPr/>
      <dgm:t>
        <a:bodyPr/>
        <a:lstStyle/>
        <a:p>
          <a:r>
            <a:rPr lang="en-US" sz="2000"/>
            <a:t>Tarkista</a:t>
          </a:r>
        </a:p>
      </dgm:t>
    </dgm:pt>
    <dgm:pt modelId="{EACD6466-C897-7743-8937-5D123567439A}" type="parTrans" cxnId="{E8D9A832-6A4E-2E49-AA7F-21E670E9774E}">
      <dgm:prSet/>
      <dgm:spPr/>
      <dgm:t>
        <a:bodyPr/>
        <a:lstStyle/>
        <a:p>
          <a:endParaRPr lang="en-US" sz="2000"/>
        </a:p>
      </dgm:t>
    </dgm:pt>
    <dgm:pt modelId="{62F94B1B-C870-8A46-B776-0C31CA651368}" type="sibTrans" cxnId="{E8D9A832-6A4E-2E49-AA7F-21E670E9774E}">
      <dgm:prSet custT="1"/>
      <dgm:spPr/>
      <dgm:t>
        <a:bodyPr/>
        <a:lstStyle/>
        <a:p>
          <a:endParaRPr lang="en-US" sz="2000"/>
        </a:p>
      </dgm:t>
    </dgm:pt>
    <dgm:pt modelId="{68D81BDC-511E-F54F-9F23-834068DFBA5E}">
      <dgm:prSet custT="1"/>
      <dgm:spPr/>
      <dgm:t>
        <a:bodyPr/>
        <a:lstStyle/>
        <a:p>
          <a:r>
            <a:rPr lang="en-US" sz="2000"/>
            <a:t>Seuraa</a:t>
          </a:r>
        </a:p>
      </dgm:t>
    </dgm:pt>
    <dgm:pt modelId="{1D7D3C1B-B88B-1148-823D-68F22CC214C0}" type="parTrans" cxnId="{DC50F979-BCDE-894A-955E-F4E9656319C4}">
      <dgm:prSet/>
      <dgm:spPr/>
      <dgm:t>
        <a:bodyPr/>
        <a:lstStyle/>
        <a:p>
          <a:endParaRPr lang="en-US" sz="2000"/>
        </a:p>
      </dgm:t>
    </dgm:pt>
    <dgm:pt modelId="{9B9BCFE5-9FBA-E649-9646-385D43521D60}" type="sibTrans" cxnId="{DC50F979-BCDE-894A-955E-F4E9656319C4}">
      <dgm:prSet/>
      <dgm:spPr/>
      <dgm:t>
        <a:bodyPr/>
        <a:lstStyle/>
        <a:p>
          <a:endParaRPr lang="en-US" sz="2000"/>
        </a:p>
      </dgm:t>
    </dgm:pt>
    <dgm:pt modelId="{190F6A57-ADBE-D74E-A05D-F505FEA7A62F}" type="pres">
      <dgm:prSet presAssocID="{36778736-1064-0E4B-BE13-99B29CF1EFD7}" presName="Name0" presStyleCnt="0">
        <dgm:presLayoutVars>
          <dgm:dir/>
          <dgm:resizeHandles val="exact"/>
        </dgm:presLayoutVars>
      </dgm:prSet>
      <dgm:spPr/>
    </dgm:pt>
    <dgm:pt modelId="{45D7219F-2ED0-644D-B2B4-123812584A41}" type="pres">
      <dgm:prSet presAssocID="{B8D50C50-7537-1147-8DC9-B3BACB32C3FD}" presName="node" presStyleLbl="node1" presStyleIdx="0" presStyleCnt="5">
        <dgm:presLayoutVars>
          <dgm:bulletEnabled val="1"/>
        </dgm:presLayoutVars>
      </dgm:prSet>
      <dgm:spPr/>
    </dgm:pt>
    <dgm:pt modelId="{F2B08F22-F27E-0443-820D-DE4152256D64}" type="pres">
      <dgm:prSet presAssocID="{04E80AFB-C688-9940-B23E-24692E922F45}" presName="sibTrans" presStyleLbl="sibTrans2D1" presStyleIdx="0" presStyleCnt="4"/>
      <dgm:spPr/>
    </dgm:pt>
    <dgm:pt modelId="{7811FBE6-6398-774F-9222-0D8C780B9478}" type="pres">
      <dgm:prSet presAssocID="{04E80AFB-C688-9940-B23E-24692E922F45}" presName="connectorText" presStyleLbl="sibTrans2D1" presStyleIdx="0" presStyleCnt="4"/>
      <dgm:spPr/>
    </dgm:pt>
    <dgm:pt modelId="{8556D363-2FE9-0B4E-9440-D7B6B95B7D91}" type="pres">
      <dgm:prSet presAssocID="{3A1988FB-1602-4B40-8BEB-43510F85C95C}" presName="node" presStyleLbl="node1" presStyleIdx="1" presStyleCnt="5">
        <dgm:presLayoutVars>
          <dgm:bulletEnabled val="1"/>
        </dgm:presLayoutVars>
      </dgm:prSet>
      <dgm:spPr/>
    </dgm:pt>
    <dgm:pt modelId="{045AA2A6-BC98-074C-A51A-1869D5A32DFD}" type="pres">
      <dgm:prSet presAssocID="{22C83C5B-41F4-7D4B-BD36-1963B0BE28A2}" presName="sibTrans" presStyleLbl="sibTrans2D1" presStyleIdx="1" presStyleCnt="4"/>
      <dgm:spPr/>
    </dgm:pt>
    <dgm:pt modelId="{C3F3DE02-D7BF-F942-AD6D-D7142B2C5D8E}" type="pres">
      <dgm:prSet presAssocID="{22C83C5B-41F4-7D4B-BD36-1963B0BE28A2}" presName="connectorText" presStyleLbl="sibTrans2D1" presStyleIdx="1" presStyleCnt="4"/>
      <dgm:spPr/>
    </dgm:pt>
    <dgm:pt modelId="{A1ECFD80-3709-4344-B04B-2F91826ACF2C}" type="pres">
      <dgm:prSet presAssocID="{FEB8C2DD-7BEF-984C-A11C-F51BB88AF5BE}" presName="node" presStyleLbl="node1" presStyleIdx="2" presStyleCnt="5">
        <dgm:presLayoutVars>
          <dgm:bulletEnabled val="1"/>
        </dgm:presLayoutVars>
      </dgm:prSet>
      <dgm:spPr/>
    </dgm:pt>
    <dgm:pt modelId="{01579A5E-C0FB-D74B-908A-E22DD862D873}" type="pres">
      <dgm:prSet presAssocID="{0773DE2D-86AA-A449-95ED-69ECFEDDC376}" presName="sibTrans" presStyleLbl="sibTrans2D1" presStyleIdx="2" presStyleCnt="4"/>
      <dgm:spPr/>
    </dgm:pt>
    <dgm:pt modelId="{5EEAE413-8AEB-4A42-895D-FD268BD71759}" type="pres">
      <dgm:prSet presAssocID="{0773DE2D-86AA-A449-95ED-69ECFEDDC376}" presName="connectorText" presStyleLbl="sibTrans2D1" presStyleIdx="2" presStyleCnt="4"/>
      <dgm:spPr/>
    </dgm:pt>
    <dgm:pt modelId="{58420067-089C-AB4A-ADBE-AB5C27F2DCC1}" type="pres">
      <dgm:prSet presAssocID="{36AB4EDF-9441-9C45-879D-EFE648D8EB59}" presName="node" presStyleLbl="node1" presStyleIdx="3" presStyleCnt="5">
        <dgm:presLayoutVars>
          <dgm:bulletEnabled val="1"/>
        </dgm:presLayoutVars>
      </dgm:prSet>
      <dgm:spPr/>
    </dgm:pt>
    <dgm:pt modelId="{88A35D94-C856-FC49-8644-9D91E939D3D3}" type="pres">
      <dgm:prSet presAssocID="{62F94B1B-C870-8A46-B776-0C31CA651368}" presName="sibTrans" presStyleLbl="sibTrans2D1" presStyleIdx="3" presStyleCnt="4"/>
      <dgm:spPr/>
    </dgm:pt>
    <dgm:pt modelId="{2671394C-1207-3744-9C90-8118E4A90EE3}" type="pres">
      <dgm:prSet presAssocID="{62F94B1B-C870-8A46-B776-0C31CA651368}" presName="connectorText" presStyleLbl="sibTrans2D1" presStyleIdx="3" presStyleCnt="4"/>
      <dgm:spPr/>
    </dgm:pt>
    <dgm:pt modelId="{7AA4F8A2-B131-724E-8B2C-369849269686}" type="pres">
      <dgm:prSet presAssocID="{68D81BDC-511E-F54F-9F23-834068DFBA5E}" presName="node" presStyleLbl="node1" presStyleIdx="4" presStyleCnt="5">
        <dgm:presLayoutVars>
          <dgm:bulletEnabled val="1"/>
        </dgm:presLayoutVars>
      </dgm:prSet>
      <dgm:spPr/>
    </dgm:pt>
  </dgm:ptLst>
  <dgm:cxnLst>
    <dgm:cxn modelId="{2F727600-6AA7-5545-B17E-FABBE4ECAE34}" type="presOf" srcId="{36778736-1064-0E4B-BE13-99B29CF1EFD7}" destId="{190F6A57-ADBE-D74E-A05D-F505FEA7A62F}" srcOrd="0" destOrd="0" presId="urn:microsoft.com/office/officeart/2005/8/layout/process1"/>
    <dgm:cxn modelId="{62EDDE14-4886-B44B-984F-9EE386F48B3E}" type="presOf" srcId="{68D81BDC-511E-F54F-9F23-834068DFBA5E}" destId="{7AA4F8A2-B131-724E-8B2C-369849269686}" srcOrd="0" destOrd="0" presId="urn:microsoft.com/office/officeart/2005/8/layout/process1"/>
    <dgm:cxn modelId="{30C11015-0260-2840-BD47-A955E38EE0D6}" type="presOf" srcId="{0773DE2D-86AA-A449-95ED-69ECFEDDC376}" destId="{01579A5E-C0FB-D74B-908A-E22DD862D873}" srcOrd="0" destOrd="0" presId="urn:microsoft.com/office/officeart/2005/8/layout/process1"/>
    <dgm:cxn modelId="{76A05515-F1FE-4844-97B0-EAD00DEF79E9}" type="presOf" srcId="{22C83C5B-41F4-7D4B-BD36-1963B0BE28A2}" destId="{045AA2A6-BC98-074C-A51A-1869D5A32DFD}" srcOrd="0" destOrd="0" presId="urn:microsoft.com/office/officeart/2005/8/layout/process1"/>
    <dgm:cxn modelId="{3A828223-3904-0C46-90AB-89728B6EF894}" type="presOf" srcId="{B8D50C50-7537-1147-8DC9-B3BACB32C3FD}" destId="{45D7219F-2ED0-644D-B2B4-123812584A41}" srcOrd="0" destOrd="0" presId="urn:microsoft.com/office/officeart/2005/8/layout/process1"/>
    <dgm:cxn modelId="{E8D9A832-6A4E-2E49-AA7F-21E670E9774E}" srcId="{36778736-1064-0E4B-BE13-99B29CF1EFD7}" destId="{36AB4EDF-9441-9C45-879D-EFE648D8EB59}" srcOrd="3" destOrd="0" parTransId="{EACD6466-C897-7743-8937-5D123567439A}" sibTransId="{62F94B1B-C870-8A46-B776-0C31CA651368}"/>
    <dgm:cxn modelId="{1326AE50-86EE-BB45-8367-2304F1F351F5}" type="presOf" srcId="{22C83C5B-41F4-7D4B-BD36-1963B0BE28A2}" destId="{C3F3DE02-D7BF-F942-AD6D-D7142B2C5D8E}" srcOrd="1" destOrd="0" presId="urn:microsoft.com/office/officeart/2005/8/layout/process1"/>
    <dgm:cxn modelId="{814E9664-F6B0-4646-A9ED-2AD6F27818AE}" type="presOf" srcId="{0773DE2D-86AA-A449-95ED-69ECFEDDC376}" destId="{5EEAE413-8AEB-4A42-895D-FD268BD71759}" srcOrd="1" destOrd="0" presId="urn:microsoft.com/office/officeart/2005/8/layout/process1"/>
    <dgm:cxn modelId="{F1087667-47AE-F144-AC52-995B0FF1417D}" type="presOf" srcId="{36AB4EDF-9441-9C45-879D-EFE648D8EB59}" destId="{58420067-089C-AB4A-ADBE-AB5C27F2DCC1}" srcOrd="0" destOrd="0" presId="urn:microsoft.com/office/officeart/2005/8/layout/process1"/>
    <dgm:cxn modelId="{9450F86E-C3FF-F943-B4EC-09D97AD8D0D9}" type="presOf" srcId="{FEB8C2DD-7BEF-984C-A11C-F51BB88AF5BE}" destId="{A1ECFD80-3709-4344-B04B-2F91826ACF2C}" srcOrd="0" destOrd="0" presId="urn:microsoft.com/office/officeart/2005/8/layout/process1"/>
    <dgm:cxn modelId="{C87A9173-C1A8-7E40-80DB-AFA850563A51}" type="presOf" srcId="{62F94B1B-C870-8A46-B776-0C31CA651368}" destId="{2671394C-1207-3744-9C90-8118E4A90EE3}" srcOrd="1" destOrd="0" presId="urn:microsoft.com/office/officeart/2005/8/layout/process1"/>
    <dgm:cxn modelId="{DC50F979-BCDE-894A-955E-F4E9656319C4}" srcId="{36778736-1064-0E4B-BE13-99B29CF1EFD7}" destId="{68D81BDC-511E-F54F-9F23-834068DFBA5E}" srcOrd="4" destOrd="0" parTransId="{1D7D3C1B-B88B-1148-823D-68F22CC214C0}" sibTransId="{9B9BCFE5-9FBA-E649-9646-385D43521D60}"/>
    <dgm:cxn modelId="{0FE16D9B-3142-5340-8143-CF206561F389}" srcId="{36778736-1064-0E4B-BE13-99B29CF1EFD7}" destId="{B8D50C50-7537-1147-8DC9-B3BACB32C3FD}" srcOrd="0" destOrd="0" parTransId="{890514E1-6C91-714A-ADCC-39134F260BF6}" sibTransId="{04E80AFB-C688-9940-B23E-24692E922F45}"/>
    <dgm:cxn modelId="{FED0B89E-FFEA-1148-BE01-B2830ACFEF67}" type="presOf" srcId="{62F94B1B-C870-8A46-B776-0C31CA651368}" destId="{88A35D94-C856-FC49-8644-9D91E939D3D3}" srcOrd="0" destOrd="0" presId="urn:microsoft.com/office/officeart/2005/8/layout/process1"/>
    <dgm:cxn modelId="{7822C09F-A05B-4643-BB12-43260A616D07}" srcId="{36778736-1064-0E4B-BE13-99B29CF1EFD7}" destId="{3A1988FB-1602-4B40-8BEB-43510F85C95C}" srcOrd="1" destOrd="0" parTransId="{CA9AC9B0-C717-A941-8C66-DABDFC872BEB}" sibTransId="{22C83C5B-41F4-7D4B-BD36-1963B0BE28A2}"/>
    <dgm:cxn modelId="{3FADAAA2-D9DE-6145-BC88-C9A33200DE49}" type="presOf" srcId="{04E80AFB-C688-9940-B23E-24692E922F45}" destId="{7811FBE6-6398-774F-9222-0D8C780B9478}" srcOrd="1" destOrd="0" presId="urn:microsoft.com/office/officeart/2005/8/layout/process1"/>
    <dgm:cxn modelId="{623793B8-D99D-AA44-9BA6-FB82C4C4F6B0}" type="presOf" srcId="{3A1988FB-1602-4B40-8BEB-43510F85C95C}" destId="{8556D363-2FE9-0B4E-9440-D7B6B95B7D91}" srcOrd="0" destOrd="0" presId="urn:microsoft.com/office/officeart/2005/8/layout/process1"/>
    <dgm:cxn modelId="{E40151CA-C074-3245-BAC8-C7B20F41C9E6}" srcId="{36778736-1064-0E4B-BE13-99B29CF1EFD7}" destId="{FEB8C2DD-7BEF-984C-A11C-F51BB88AF5BE}" srcOrd="2" destOrd="0" parTransId="{332755B3-8C54-2548-8A3C-0AB412521155}" sibTransId="{0773DE2D-86AA-A449-95ED-69ECFEDDC376}"/>
    <dgm:cxn modelId="{082901D6-5132-7C40-857D-B6D1D26A65CE}" type="presOf" srcId="{04E80AFB-C688-9940-B23E-24692E922F45}" destId="{F2B08F22-F27E-0443-820D-DE4152256D64}" srcOrd="0" destOrd="0" presId="urn:microsoft.com/office/officeart/2005/8/layout/process1"/>
    <dgm:cxn modelId="{DCA46125-5D06-ED40-A375-D4B122DC3D12}" type="presParOf" srcId="{190F6A57-ADBE-D74E-A05D-F505FEA7A62F}" destId="{45D7219F-2ED0-644D-B2B4-123812584A41}" srcOrd="0" destOrd="0" presId="urn:microsoft.com/office/officeart/2005/8/layout/process1"/>
    <dgm:cxn modelId="{D04AD85A-2B34-F242-AA48-345D4EBCA082}" type="presParOf" srcId="{190F6A57-ADBE-D74E-A05D-F505FEA7A62F}" destId="{F2B08F22-F27E-0443-820D-DE4152256D64}" srcOrd="1" destOrd="0" presId="urn:microsoft.com/office/officeart/2005/8/layout/process1"/>
    <dgm:cxn modelId="{7884601B-6099-3C4C-A913-6C31BF191312}" type="presParOf" srcId="{F2B08F22-F27E-0443-820D-DE4152256D64}" destId="{7811FBE6-6398-774F-9222-0D8C780B9478}" srcOrd="0" destOrd="0" presId="urn:microsoft.com/office/officeart/2005/8/layout/process1"/>
    <dgm:cxn modelId="{863CE85A-6638-0040-ADB7-EF4F40FC44A9}" type="presParOf" srcId="{190F6A57-ADBE-D74E-A05D-F505FEA7A62F}" destId="{8556D363-2FE9-0B4E-9440-D7B6B95B7D91}" srcOrd="2" destOrd="0" presId="urn:microsoft.com/office/officeart/2005/8/layout/process1"/>
    <dgm:cxn modelId="{8013AE94-51B2-2646-A7B1-394DDD7BADB1}" type="presParOf" srcId="{190F6A57-ADBE-D74E-A05D-F505FEA7A62F}" destId="{045AA2A6-BC98-074C-A51A-1869D5A32DFD}" srcOrd="3" destOrd="0" presId="urn:microsoft.com/office/officeart/2005/8/layout/process1"/>
    <dgm:cxn modelId="{20FB745B-03DF-6E4C-AAD7-CBE857629DEC}" type="presParOf" srcId="{045AA2A6-BC98-074C-A51A-1869D5A32DFD}" destId="{C3F3DE02-D7BF-F942-AD6D-D7142B2C5D8E}" srcOrd="0" destOrd="0" presId="urn:microsoft.com/office/officeart/2005/8/layout/process1"/>
    <dgm:cxn modelId="{9A406207-C1C0-8B47-A362-1820C6A4D632}" type="presParOf" srcId="{190F6A57-ADBE-D74E-A05D-F505FEA7A62F}" destId="{A1ECFD80-3709-4344-B04B-2F91826ACF2C}" srcOrd="4" destOrd="0" presId="urn:microsoft.com/office/officeart/2005/8/layout/process1"/>
    <dgm:cxn modelId="{00F0ADE8-D230-794C-96C4-6EE6F4E82CE3}" type="presParOf" srcId="{190F6A57-ADBE-D74E-A05D-F505FEA7A62F}" destId="{01579A5E-C0FB-D74B-908A-E22DD862D873}" srcOrd="5" destOrd="0" presId="urn:microsoft.com/office/officeart/2005/8/layout/process1"/>
    <dgm:cxn modelId="{94793176-7B7D-814F-A0F4-885371FD07A5}" type="presParOf" srcId="{01579A5E-C0FB-D74B-908A-E22DD862D873}" destId="{5EEAE413-8AEB-4A42-895D-FD268BD71759}" srcOrd="0" destOrd="0" presId="urn:microsoft.com/office/officeart/2005/8/layout/process1"/>
    <dgm:cxn modelId="{883F7392-2C10-024B-95DF-58CA3F118A01}" type="presParOf" srcId="{190F6A57-ADBE-D74E-A05D-F505FEA7A62F}" destId="{58420067-089C-AB4A-ADBE-AB5C27F2DCC1}" srcOrd="6" destOrd="0" presId="urn:microsoft.com/office/officeart/2005/8/layout/process1"/>
    <dgm:cxn modelId="{1C47F3D5-EB23-B645-95AA-02B50512DA49}" type="presParOf" srcId="{190F6A57-ADBE-D74E-A05D-F505FEA7A62F}" destId="{88A35D94-C856-FC49-8644-9D91E939D3D3}" srcOrd="7" destOrd="0" presId="urn:microsoft.com/office/officeart/2005/8/layout/process1"/>
    <dgm:cxn modelId="{D80754BB-AEBD-654A-941F-1384F909D812}" type="presParOf" srcId="{88A35D94-C856-FC49-8644-9D91E939D3D3}" destId="{2671394C-1207-3744-9C90-8118E4A90EE3}" srcOrd="0" destOrd="0" presId="urn:microsoft.com/office/officeart/2005/8/layout/process1"/>
    <dgm:cxn modelId="{3AF00534-8EAC-9A4B-8B77-404658CB9424}" type="presParOf" srcId="{190F6A57-ADBE-D74E-A05D-F505FEA7A62F}" destId="{7AA4F8A2-B131-724E-8B2C-369849269686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CA7C1AE-35DF-9A47-A0EE-E97D4A96F1F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D8840E2-CF50-104D-A00A-F30353609930}">
      <dgm:prSet custT="1"/>
      <dgm:spPr/>
      <dgm:t>
        <a:bodyPr/>
        <a:lstStyle/>
        <a:p>
          <a:r>
            <a:rPr lang="en-US" sz="2200"/>
            <a:t>Muistiinpano</a:t>
          </a:r>
        </a:p>
      </dgm:t>
    </dgm:pt>
    <dgm:pt modelId="{36AE3670-B474-084A-9488-2BF6E1109863}" type="parTrans" cxnId="{CDB12CBF-76FF-674F-980F-2116525D5E9C}">
      <dgm:prSet/>
      <dgm:spPr/>
      <dgm:t>
        <a:bodyPr/>
        <a:lstStyle/>
        <a:p>
          <a:endParaRPr lang="en-US" sz="2200"/>
        </a:p>
      </dgm:t>
    </dgm:pt>
    <dgm:pt modelId="{3641A733-0B6A-E948-B002-BEB80065C29F}" type="sibTrans" cxnId="{CDB12CBF-76FF-674F-980F-2116525D5E9C}">
      <dgm:prSet custT="1"/>
      <dgm:spPr/>
      <dgm:t>
        <a:bodyPr/>
        <a:lstStyle/>
        <a:p>
          <a:endParaRPr lang="en-US" sz="2200"/>
        </a:p>
      </dgm:t>
    </dgm:pt>
    <dgm:pt modelId="{863C697A-08F9-9248-8BB5-5E7837979939}">
      <dgm:prSet custT="1"/>
      <dgm:spPr/>
      <dgm:t>
        <a:bodyPr/>
        <a:lstStyle/>
        <a:p>
          <a:r>
            <a:rPr lang="en-US" sz="2200"/>
            <a:t>Luonnos</a:t>
          </a:r>
        </a:p>
      </dgm:t>
    </dgm:pt>
    <dgm:pt modelId="{D902E967-82A9-B448-8765-788F66EDAF94}" type="parTrans" cxnId="{9E84B756-933B-544C-B09F-6370428B6ADD}">
      <dgm:prSet/>
      <dgm:spPr/>
      <dgm:t>
        <a:bodyPr/>
        <a:lstStyle/>
        <a:p>
          <a:endParaRPr lang="en-US" sz="2200"/>
        </a:p>
      </dgm:t>
    </dgm:pt>
    <dgm:pt modelId="{32F982D3-61BF-9940-B797-E0B4BBC437A7}" type="sibTrans" cxnId="{9E84B756-933B-544C-B09F-6370428B6ADD}">
      <dgm:prSet custT="1"/>
      <dgm:spPr/>
      <dgm:t>
        <a:bodyPr/>
        <a:lstStyle/>
        <a:p>
          <a:endParaRPr lang="en-US" sz="2200"/>
        </a:p>
      </dgm:t>
    </dgm:pt>
    <dgm:pt modelId="{77803C7D-BA4A-A448-9E0C-48D87249F3DC}">
      <dgm:prSet custT="1"/>
      <dgm:spPr/>
      <dgm:t>
        <a:bodyPr/>
        <a:lstStyle/>
        <a:p>
          <a:r>
            <a:rPr lang="en-US" sz="2200"/>
            <a:t>Korjaus</a:t>
          </a:r>
        </a:p>
      </dgm:t>
    </dgm:pt>
    <dgm:pt modelId="{F4960908-5C71-6647-9209-2D81BE442C25}" type="parTrans" cxnId="{47576A66-906F-3041-BDEA-E28F890B5D8D}">
      <dgm:prSet/>
      <dgm:spPr/>
      <dgm:t>
        <a:bodyPr/>
        <a:lstStyle/>
        <a:p>
          <a:endParaRPr lang="en-US" sz="2200"/>
        </a:p>
      </dgm:t>
    </dgm:pt>
    <dgm:pt modelId="{43C3B555-C124-1E47-819A-E00FACB3682F}" type="sibTrans" cxnId="{47576A66-906F-3041-BDEA-E28F890B5D8D}">
      <dgm:prSet/>
      <dgm:spPr/>
      <dgm:t>
        <a:bodyPr/>
        <a:lstStyle/>
        <a:p>
          <a:endParaRPr lang="en-US" sz="2200"/>
        </a:p>
      </dgm:t>
    </dgm:pt>
    <dgm:pt modelId="{DF4E49B1-70B3-0C48-8E16-7950D74FE79E}" type="pres">
      <dgm:prSet presAssocID="{2CA7C1AE-35DF-9A47-A0EE-E97D4A96F1FE}" presName="Name0" presStyleCnt="0">
        <dgm:presLayoutVars>
          <dgm:dir/>
          <dgm:resizeHandles val="exact"/>
        </dgm:presLayoutVars>
      </dgm:prSet>
      <dgm:spPr/>
    </dgm:pt>
    <dgm:pt modelId="{CF09F684-482F-4C4E-B6EC-E14B5B2818F6}" type="pres">
      <dgm:prSet presAssocID="{3D8840E2-CF50-104D-A00A-F30353609930}" presName="node" presStyleLbl="node1" presStyleIdx="0" presStyleCnt="3">
        <dgm:presLayoutVars>
          <dgm:bulletEnabled val="1"/>
        </dgm:presLayoutVars>
      </dgm:prSet>
      <dgm:spPr/>
    </dgm:pt>
    <dgm:pt modelId="{D673BEE2-8CF0-C540-9744-89E2F3CCE962}" type="pres">
      <dgm:prSet presAssocID="{3641A733-0B6A-E948-B002-BEB80065C29F}" presName="sibTrans" presStyleLbl="sibTrans2D1" presStyleIdx="0" presStyleCnt="2"/>
      <dgm:spPr/>
    </dgm:pt>
    <dgm:pt modelId="{973545E6-C981-0D4E-9064-41EAD48EC650}" type="pres">
      <dgm:prSet presAssocID="{3641A733-0B6A-E948-B002-BEB80065C29F}" presName="connectorText" presStyleLbl="sibTrans2D1" presStyleIdx="0" presStyleCnt="2"/>
      <dgm:spPr/>
    </dgm:pt>
    <dgm:pt modelId="{056F0895-1194-0D4E-9420-9243320BCA96}" type="pres">
      <dgm:prSet presAssocID="{863C697A-08F9-9248-8BB5-5E7837979939}" presName="node" presStyleLbl="node1" presStyleIdx="1" presStyleCnt="3">
        <dgm:presLayoutVars>
          <dgm:bulletEnabled val="1"/>
        </dgm:presLayoutVars>
      </dgm:prSet>
      <dgm:spPr/>
    </dgm:pt>
    <dgm:pt modelId="{D4F87C61-3775-8A42-AF9A-3F83C5F3E151}" type="pres">
      <dgm:prSet presAssocID="{32F982D3-61BF-9940-B797-E0B4BBC437A7}" presName="sibTrans" presStyleLbl="sibTrans2D1" presStyleIdx="1" presStyleCnt="2"/>
      <dgm:spPr/>
    </dgm:pt>
    <dgm:pt modelId="{16B6C63A-ABE8-2649-B73F-5A09DC7DA9D7}" type="pres">
      <dgm:prSet presAssocID="{32F982D3-61BF-9940-B797-E0B4BBC437A7}" presName="connectorText" presStyleLbl="sibTrans2D1" presStyleIdx="1" presStyleCnt="2"/>
      <dgm:spPr/>
    </dgm:pt>
    <dgm:pt modelId="{EB294864-1EA9-5046-95AC-E9BDB4F0645A}" type="pres">
      <dgm:prSet presAssocID="{77803C7D-BA4A-A448-9E0C-48D87249F3DC}" presName="node" presStyleLbl="node1" presStyleIdx="2" presStyleCnt="3">
        <dgm:presLayoutVars>
          <dgm:bulletEnabled val="1"/>
        </dgm:presLayoutVars>
      </dgm:prSet>
      <dgm:spPr/>
    </dgm:pt>
  </dgm:ptLst>
  <dgm:cxnLst>
    <dgm:cxn modelId="{BD6C5221-514D-144C-BE41-FAEC364F0DFE}" type="presOf" srcId="{863C697A-08F9-9248-8BB5-5E7837979939}" destId="{056F0895-1194-0D4E-9420-9243320BCA96}" srcOrd="0" destOrd="0" presId="urn:microsoft.com/office/officeart/2005/8/layout/process1"/>
    <dgm:cxn modelId="{85E14939-473A-2745-BE16-D7F0A242B03D}" type="presOf" srcId="{3641A733-0B6A-E948-B002-BEB80065C29F}" destId="{973545E6-C981-0D4E-9064-41EAD48EC650}" srcOrd="1" destOrd="0" presId="urn:microsoft.com/office/officeart/2005/8/layout/process1"/>
    <dgm:cxn modelId="{7D203D48-0D76-964E-8BCC-567D6B4B7AA3}" type="presOf" srcId="{32F982D3-61BF-9940-B797-E0B4BBC437A7}" destId="{16B6C63A-ABE8-2649-B73F-5A09DC7DA9D7}" srcOrd="1" destOrd="0" presId="urn:microsoft.com/office/officeart/2005/8/layout/process1"/>
    <dgm:cxn modelId="{9E84B756-933B-544C-B09F-6370428B6ADD}" srcId="{2CA7C1AE-35DF-9A47-A0EE-E97D4A96F1FE}" destId="{863C697A-08F9-9248-8BB5-5E7837979939}" srcOrd="1" destOrd="0" parTransId="{D902E967-82A9-B448-8765-788F66EDAF94}" sibTransId="{32F982D3-61BF-9940-B797-E0B4BBC437A7}"/>
    <dgm:cxn modelId="{47576A66-906F-3041-BDEA-E28F890B5D8D}" srcId="{2CA7C1AE-35DF-9A47-A0EE-E97D4A96F1FE}" destId="{77803C7D-BA4A-A448-9E0C-48D87249F3DC}" srcOrd="2" destOrd="0" parTransId="{F4960908-5C71-6647-9209-2D81BE442C25}" sibTransId="{43C3B555-C124-1E47-819A-E00FACB3682F}"/>
    <dgm:cxn modelId="{A1515B67-DEC0-A549-9F74-C991CC9A7540}" type="presOf" srcId="{32F982D3-61BF-9940-B797-E0B4BBC437A7}" destId="{D4F87C61-3775-8A42-AF9A-3F83C5F3E151}" srcOrd="0" destOrd="0" presId="urn:microsoft.com/office/officeart/2005/8/layout/process1"/>
    <dgm:cxn modelId="{6BA4A26B-87A3-8D4C-A63B-6F95FDCB8E7D}" type="presOf" srcId="{3D8840E2-CF50-104D-A00A-F30353609930}" destId="{CF09F684-482F-4C4E-B6EC-E14B5B2818F6}" srcOrd="0" destOrd="0" presId="urn:microsoft.com/office/officeart/2005/8/layout/process1"/>
    <dgm:cxn modelId="{107D017F-393F-C045-B709-A7D8770511F0}" type="presOf" srcId="{2CA7C1AE-35DF-9A47-A0EE-E97D4A96F1FE}" destId="{DF4E49B1-70B3-0C48-8E16-7950D74FE79E}" srcOrd="0" destOrd="0" presId="urn:microsoft.com/office/officeart/2005/8/layout/process1"/>
    <dgm:cxn modelId="{69736884-A67A-9945-BD20-6F19028EDB22}" type="presOf" srcId="{3641A733-0B6A-E948-B002-BEB80065C29F}" destId="{D673BEE2-8CF0-C540-9744-89E2F3CCE962}" srcOrd="0" destOrd="0" presId="urn:microsoft.com/office/officeart/2005/8/layout/process1"/>
    <dgm:cxn modelId="{E5C826AE-FD1B-DF41-9200-276C16437B68}" type="presOf" srcId="{77803C7D-BA4A-A448-9E0C-48D87249F3DC}" destId="{EB294864-1EA9-5046-95AC-E9BDB4F0645A}" srcOrd="0" destOrd="0" presId="urn:microsoft.com/office/officeart/2005/8/layout/process1"/>
    <dgm:cxn modelId="{CDB12CBF-76FF-674F-980F-2116525D5E9C}" srcId="{2CA7C1AE-35DF-9A47-A0EE-E97D4A96F1FE}" destId="{3D8840E2-CF50-104D-A00A-F30353609930}" srcOrd="0" destOrd="0" parTransId="{36AE3670-B474-084A-9488-2BF6E1109863}" sibTransId="{3641A733-0B6A-E948-B002-BEB80065C29F}"/>
    <dgm:cxn modelId="{604E4EC3-FDC5-3446-8E35-E220C7896DAE}" type="presParOf" srcId="{DF4E49B1-70B3-0C48-8E16-7950D74FE79E}" destId="{CF09F684-482F-4C4E-B6EC-E14B5B2818F6}" srcOrd="0" destOrd="0" presId="urn:microsoft.com/office/officeart/2005/8/layout/process1"/>
    <dgm:cxn modelId="{5B45B936-7F33-D24F-91A4-7DE02AFA647F}" type="presParOf" srcId="{DF4E49B1-70B3-0C48-8E16-7950D74FE79E}" destId="{D673BEE2-8CF0-C540-9744-89E2F3CCE962}" srcOrd="1" destOrd="0" presId="urn:microsoft.com/office/officeart/2005/8/layout/process1"/>
    <dgm:cxn modelId="{EF1E8AA4-EF21-BE4D-B106-8E20F5D3B88E}" type="presParOf" srcId="{D673BEE2-8CF0-C540-9744-89E2F3CCE962}" destId="{973545E6-C981-0D4E-9064-41EAD48EC650}" srcOrd="0" destOrd="0" presId="urn:microsoft.com/office/officeart/2005/8/layout/process1"/>
    <dgm:cxn modelId="{F5CE042D-F57D-9E4D-A943-85A11613A7BA}" type="presParOf" srcId="{DF4E49B1-70B3-0C48-8E16-7950D74FE79E}" destId="{056F0895-1194-0D4E-9420-9243320BCA96}" srcOrd="2" destOrd="0" presId="urn:microsoft.com/office/officeart/2005/8/layout/process1"/>
    <dgm:cxn modelId="{77B0E76C-8F08-2C4E-8A83-76BE9D42A148}" type="presParOf" srcId="{DF4E49B1-70B3-0C48-8E16-7950D74FE79E}" destId="{D4F87C61-3775-8A42-AF9A-3F83C5F3E151}" srcOrd="3" destOrd="0" presId="urn:microsoft.com/office/officeart/2005/8/layout/process1"/>
    <dgm:cxn modelId="{50A7FF46-679D-E84F-88AE-7A9FB978DE50}" type="presParOf" srcId="{D4F87C61-3775-8A42-AF9A-3F83C5F3E151}" destId="{16B6C63A-ABE8-2649-B73F-5A09DC7DA9D7}" srcOrd="0" destOrd="0" presId="urn:microsoft.com/office/officeart/2005/8/layout/process1"/>
    <dgm:cxn modelId="{69EDC3CD-2844-DB43-951C-7E0FEC99F74E}" type="presParOf" srcId="{DF4E49B1-70B3-0C48-8E16-7950D74FE79E}" destId="{EB294864-1EA9-5046-95AC-E9BDB4F0645A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8BCBDDB-B77E-D34D-B734-F526ECD0E872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329BAE9-78D1-6344-AEC1-D7F51D18FFCE}">
      <dgm:prSet custT="1"/>
      <dgm:spPr/>
      <dgm:t>
        <a:bodyPr/>
        <a:lstStyle/>
        <a:p>
          <a:r>
            <a:rPr lang="en-US" sz="1800"/>
            <a:t>Havainto</a:t>
          </a:r>
        </a:p>
      </dgm:t>
    </dgm:pt>
    <dgm:pt modelId="{46B4A3A7-F884-2D42-963F-AF925AFD1D00}" type="parTrans" cxnId="{7347BAFE-E43F-1746-A96F-96B8EC3BAC79}">
      <dgm:prSet/>
      <dgm:spPr/>
      <dgm:t>
        <a:bodyPr/>
        <a:lstStyle/>
        <a:p>
          <a:endParaRPr lang="en-US" sz="1800"/>
        </a:p>
      </dgm:t>
    </dgm:pt>
    <dgm:pt modelId="{23EB0992-06A2-8147-AEAA-C3A3298EA7E0}" type="sibTrans" cxnId="{7347BAFE-E43F-1746-A96F-96B8EC3BAC79}">
      <dgm:prSet custT="1"/>
      <dgm:spPr/>
      <dgm:t>
        <a:bodyPr/>
        <a:lstStyle/>
        <a:p>
          <a:endParaRPr lang="en-US" sz="1800"/>
        </a:p>
      </dgm:t>
    </dgm:pt>
    <dgm:pt modelId="{FFD6F0AD-775C-494B-A8AA-4ABF945544A7}">
      <dgm:prSet custT="1"/>
      <dgm:spPr/>
      <dgm:t>
        <a:bodyPr/>
        <a:lstStyle/>
        <a:p>
          <a:r>
            <a:rPr lang="en-US" sz="1800"/>
            <a:t>Tutki</a:t>
          </a:r>
        </a:p>
      </dgm:t>
    </dgm:pt>
    <dgm:pt modelId="{A8CC4022-F54A-0C4A-A763-F6A6D418DC88}" type="parTrans" cxnId="{2BF245FD-75B1-D547-A507-E4E38056A941}">
      <dgm:prSet/>
      <dgm:spPr/>
      <dgm:t>
        <a:bodyPr/>
        <a:lstStyle/>
        <a:p>
          <a:endParaRPr lang="en-US" sz="1800"/>
        </a:p>
      </dgm:t>
    </dgm:pt>
    <dgm:pt modelId="{5C1C0D59-4931-5C4E-8155-C4A0C87B9E79}" type="sibTrans" cxnId="{2BF245FD-75B1-D547-A507-E4E38056A941}">
      <dgm:prSet custT="1"/>
      <dgm:spPr/>
      <dgm:t>
        <a:bodyPr/>
        <a:lstStyle/>
        <a:p>
          <a:endParaRPr lang="en-US" sz="1800"/>
        </a:p>
      </dgm:t>
    </dgm:pt>
    <dgm:pt modelId="{9F1C2F3F-C6E1-2C44-A724-FBE5693053A7}">
      <dgm:prSet custT="1"/>
      <dgm:spPr/>
      <dgm:t>
        <a:bodyPr/>
        <a:lstStyle/>
        <a:p>
          <a:r>
            <a:rPr lang="en-US" sz="1800"/>
            <a:t>Korjaa</a:t>
          </a:r>
        </a:p>
      </dgm:t>
    </dgm:pt>
    <dgm:pt modelId="{5465D31A-A350-B54B-A4A3-1FE37820B1FE}" type="parTrans" cxnId="{5883BF48-6B81-CA4B-9EFD-BCCBC2F4EA6D}">
      <dgm:prSet/>
      <dgm:spPr/>
      <dgm:t>
        <a:bodyPr/>
        <a:lstStyle/>
        <a:p>
          <a:endParaRPr lang="en-US" sz="1800"/>
        </a:p>
      </dgm:t>
    </dgm:pt>
    <dgm:pt modelId="{0C6B8EE6-E010-9B4B-B1EB-2DFEF8A649AA}" type="sibTrans" cxnId="{5883BF48-6B81-CA4B-9EFD-BCCBC2F4EA6D}">
      <dgm:prSet custT="1"/>
      <dgm:spPr/>
      <dgm:t>
        <a:bodyPr/>
        <a:lstStyle/>
        <a:p>
          <a:endParaRPr lang="en-US" sz="1800"/>
        </a:p>
      </dgm:t>
    </dgm:pt>
    <dgm:pt modelId="{F6680299-A9DE-3F4F-B243-7D79BB2B2B1D}">
      <dgm:prSet custT="1"/>
      <dgm:spPr/>
      <dgm:t>
        <a:bodyPr/>
        <a:lstStyle/>
        <a:p>
          <a:r>
            <a:rPr lang="en-US" sz="1800"/>
            <a:t>Tarkista</a:t>
          </a:r>
        </a:p>
      </dgm:t>
    </dgm:pt>
    <dgm:pt modelId="{76F2D05C-C66B-8C4D-A453-3C6452D2AF0D}" type="parTrans" cxnId="{390E2006-0EF7-DE4F-8120-591B619C817D}">
      <dgm:prSet/>
      <dgm:spPr/>
      <dgm:t>
        <a:bodyPr/>
        <a:lstStyle/>
        <a:p>
          <a:endParaRPr lang="en-US" sz="1800"/>
        </a:p>
      </dgm:t>
    </dgm:pt>
    <dgm:pt modelId="{C61A3D4C-E087-D243-BE3B-160B6CE00377}" type="sibTrans" cxnId="{390E2006-0EF7-DE4F-8120-591B619C817D}">
      <dgm:prSet custT="1"/>
      <dgm:spPr/>
      <dgm:t>
        <a:bodyPr/>
        <a:lstStyle/>
        <a:p>
          <a:endParaRPr lang="en-US" sz="1800"/>
        </a:p>
      </dgm:t>
    </dgm:pt>
    <dgm:pt modelId="{C4398234-0D4B-F84E-8706-C5332B3CE4D2}" type="pres">
      <dgm:prSet presAssocID="{C8BCBDDB-B77E-D34D-B734-F526ECD0E872}" presName="cycle" presStyleCnt="0">
        <dgm:presLayoutVars>
          <dgm:dir/>
          <dgm:resizeHandles val="exact"/>
        </dgm:presLayoutVars>
      </dgm:prSet>
      <dgm:spPr/>
    </dgm:pt>
    <dgm:pt modelId="{2E6596B7-7383-4244-B080-FF44D7BA5887}" type="pres">
      <dgm:prSet presAssocID="{9329BAE9-78D1-6344-AEC1-D7F51D18FFCE}" presName="node" presStyleLbl="node1" presStyleIdx="0" presStyleCnt="4">
        <dgm:presLayoutVars>
          <dgm:bulletEnabled val="1"/>
        </dgm:presLayoutVars>
      </dgm:prSet>
      <dgm:spPr/>
    </dgm:pt>
    <dgm:pt modelId="{32DE9DCD-A8DE-2E4D-8DBD-61F3221CA008}" type="pres">
      <dgm:prSet presAssocID="{23EB0992-06A2-8147-AEAA-C3A3298EA7E0}" presName="sibTrans" presStyleLbl="sibTrans2D1" presStyleIdx="0" presStyleCnt="4"/>
      <dgm:spPr/>
    </dgm:pt>
    <dgm:pt modelId="{3FD5EA8E-DEAF-3343-BC97-279BAF2D101B}" type="pres">
      <dgm:prSet presAssocID="{23EB0992-06A2-8147-AEAA-C3A3298EA7E0}" presName="connectorText" presStyleLbl="sibTrans2D1" presStyleIdx="0" presStyleCnt="4"/>
      <dgm:spPr/>
    </dgm:pt>
    <dgm:pt modelId="{78CEB28B-8681-3E47-8479-E6FCAAE6D100}" type="pres">
      <dgm:prSet presAssocID="{FFD6F0AD-775C-494B-A8AA-4ABF945544A7}" presName="node" presStyleLbl="node1" presStyleIdx="1" presStyleCnt="4">
        <dgm:presLayoutVars>
          <dgm:bulletEnabled val="1"/>
        </dgm:presLayoutVars>
      </dgm:prSet>
      <dgm:spPr/>
    </dgm:pt>
    <dgm:pt modelId="{57B823CC-FE6A-3F4C-966B-A6E82D801506}" type="pres">
      <dgm:prSet presAssocID="{5C1C0D59-4931-5C4E-8155-C4A0C87B9E79}" presName="sibTrans" presStyleLbl="sibTrans2D1" presStyleIdx="1" presStyleCnt="4"/>
      <dgm:spPr/>
    </dgm:pt>
    <dgm:pt modelId="{12F5272C-2CA2-1C4B-AFAA-7E2023B295CC}" type="pres">
      <dgm:prSet presAssocID="{5C1C0D59-4931-5C4E-8155-C4A0C87B9E79}" presName="connectorText" presStyleLbl="sibTrans2D1" presStyleIdx="1" presStyleCnt="4"/>
      <dgm:spPr/>
    </dgm:pt>
    <dgm:pt modelId="{1FA80BF8-E6F9-C54C-BE17-E19C2C6811EC}" type="pres">
      <dgm:prSet presAssocID="{9F1C2F3F-C6E1-2C44-A724-FBE5693053A7}" presName="node" presStyleLbl="node1" presStyleIdx="2" presStyleCnt="4">
        <dgm:presLayoutVars>
          <dgm:bulletEnabled val="1"/>
        </dgm:presLayoutVars>
      </dgm:prSet>
      <dgm:spPr/>
    </dgm:pt>
    <dgm:pt modelId="{0B836D21-DBA9-9E42-A15C-BEA5A0D233D3}" type="pres">
      <dgm:prSet presAssocID="{0C6B8EE6-E010-9B4B-B1EB-2DFEF8A649AA}" presName="sibTrans" presStyleLbl="sibTrans2D1" presStyleIdx="2" presStyleCnt="4"/>
      <dgm:spPr/>
    </dgm:pt>
    <dgm:pt modelId="{96B340BC-96D1-C442-B3B2-C1A2D7ED694A}" type="pres">
      <dgm:prSet presAssocID="{0C6B8EE6-E010-9B4B-B1EB-2DFEF8A649AA}" presName="connectorText" presStyleLbl="sibTrans2D1" presStyleIdx="2" presStyleCnt="4"/>
      <dgm:spPr/>
    </dgm:pt>
    <dgm:pt modelId="{A9B6DD4B-5552-8B4D-9E25-6FB62CA43971}" type="pres">
      <dgm:prSet presAssocID="{F6680299-A9DE-3F4F-B243-7D79BB2B2B1D}" presName="node" presStyleLbl="node1" presStyleIdx="3" presStyleCnt="4">
        <dgm:presLayoutVars>
          <dgm:bulletEnabled val="1"/>
        </dgm:presLayoutVars>
      </dgm:prSet>
      <dgm:spPr/>
    </dgm:pt>
    <dgm:pt modelId="{C57B58AA-8AFC-8345-9C3E-4B5EC8FA32F3}" type="pres">
      <dgm:prSet presAssocID="{C61A3D4C-E087-D243-BE3B-160B6CE00377}" presName="sibTrans" presStyleLbl="sibTrans2D1" presStyleIdx="3" presStyleCnt="4"/>
      <dgm:spPr/>
    </dgm:pt>
    <dgm:pt modelId="{04CEB6EE-F414-C142-AE9A-3A9986991B32}" type="pres">
      <dgm:prSet presAssocID="{C61A3D4C-E087-D243-BE3B-160B6CE00377}" presName="connectorText" presStyleLbl="sibTrans2D1" presStyleIdx="3" presStyleCnt="4"/>
      <dgm:spPr/>
    </dgm:pt>
  </dgm:ptLst>
  <dgm:cxnLst>
    <dgm:cxn modelId="{744EC300-FFF3-484C-9D2E-C5BE1F1EDFA7}" type="presOf" srcId="{0C6B8EE6-E010-9B4B-B1EB-2DFEF8A649AA}" destId="{0B836D21-DBA9-9E42-A15C-BEA5A0D233D3}" srcOrd="0" destOrd="0" presId="urn:microsoft.com/office/officeart/2005/8/layout/cycle2"/>
    <dgm:cxn modelId="{390E2006-0EF7-DE4F-8120-591B619C817D}" srcId="{C8BCBDDB-B77E-D34D-B734-F526ECD0E872}" destId="{F6680299-A9DE-3F4F-B243-7D79BB2B2B1D}" srcOrd="3" destOrd="0" parTransId="{76F2D05C-C66B-8C4D-A453-3C6452D2AF0D}" sibTransId="{C61A3D4C-E087-D243-BE3B-160B6CE00377}"/>
    <dgm:cxn modelId="{015ADE2C-B97E-A541-A9AB-36FB242C9B46}" type="presOf" srcId="{5C1C0D59-4931-5C4E-8155-C4A0C87B9E79}" destId="{12F5272C-2CA2-1C4B-AFAA-7E2023B295CC}" srcOrd="1" destOrd="0" presId="urn:microsoft.com/office/officeart/2005/8/layout/cycle2"/>
    <dgm:cxn modelId="{5883BF48-6B81-CA4B-9EFD-BCCBC2F4EA6D}" srcId="{C8BCBDDB-B77E-D34D-B734-F526ECD0E872}" destId="{9F1C2F3F-C6E1-2C44-A724-FBE5693053A7}" srcOrd="2" destOrd="0" parTransId="{5465D31A-A350-B54B-A4A3-1FE37820B1FE}" sibTransId="{0C6B8EE6-E010-9B4B-B1EB-2DFEF8A649AA}"/>
    <dgm:cxn modelId="{C3FAC14A-44CD-4742-9394-D07E68504593}" type="presOf" srcId="{0C6B8EE6-E010-9B4B-B1EB-2DFEF8A649AA}" destId="{96B340BC-96D1-C442-B3B2-C1A2D7ED694A}" srcOrd="1" destOrd="0" presId="urn:microsoft.com/office/officeart/2005/8/layout/cycle2"/>
    <dgm:cxn modelId="{A8EC3058-12EE-A14F-B5F9-7BDF35FBAD31}" type="presOf" srcId="{9F1C2F3F-C6E1-2C44-A724-FBE5693053A7}" destId="{1FA80BF8-E6F9-C54C-BE17-E19C2C6811EC}" srcOrd="0" destOrd="0" presId="urn:microsoft.com/office/officeart/2005/8/layout/cycle2"/>
    <dgm:cxn modelId="{A8CB6760-BAC5-FC4D-AE82-28361E764A9C}" type="presOf" srcId="{9329BAE9-78D1-6344-AEC1-D7F51D18FFCE}" destId="{2E6596B7-7383-4244-B080-FF44D7BA5887}" srcOrd="0" destOrd="0" presId="urn:microsoft.com/office/officeart/2005/8/layout/cycle2"/>
    <dgm:cxn modelId="{5271DE83-B8D4-854F-80DD-EE5C2868C2FD}" type="presOf" srcId="{FFD6F0AD-775C-494B-A8AA-4ABF945544A7}" destId="{78CEB28B-8681-3E47-8479-E6FCAAE6D100}" srcOrd="0" destOrd="0" presId="urn:microsoft.com/office/officeart/2005/8/layout/cycle2"/>
    <dgm:cxn modelId="{9590C49D-011E-F847-964B-E6480072F304}" type="presOf" srcId="{23EB0992-06A2-8147-AEAA-C3A3298EA7E0}" destId="{32DE9DCD-A8DE-2E4D-8DBD-61F3221CA008}" srcOrd="0" destOrd="0" presId="urn:microsoft.com/office/officeart/2005/8/layout/cycle2"/>
    <dgm:cxn modelId="{DABDF09D-35DA-9247-9811-0E245F4FDBAD}" type="presOf" srcId="{C61A3D4C-E087-D243-BE3B-160B6CE00377}" destId="{C57B58AA-8AFC-8345-9C3E-4B5EC8FA32F3}" srcOrd="0" destOrd="0" presId="urn:microsoft.com/office/officeart/2005/8/layout/cycle2"/>
    <dgm:cxn modelId="{E1CABCB6-2D81-3D47-AEF8-02DEE474C17F}" type="presOf" srcId="{5C1C0D59-4931-5C4E-8155-C4A0C87B9E79}" destId="{57B823CC-FE6A-3F4C-966B-A6E82D801506}" srcOrd="0" destOrd="0" presId="urn:microsoft.com/office/officeart/2005/8/layout/cycle2"/>
    <dgm:cxn modelId="{5F6184D1-C59C-C043-A9E1-DB2697FB80A2}" type="presOf" srcId="{F6680299-A9DE-3F4F-B243-7D79BB2B2B1D}" destId="{A9B6DD4B-5552-8B4D-9E25-6FB62CA43971}" srcOrd="0" destOrd="0" presId="urn:microsoft.com/office/officeart/2005/8/layout/cycle2"/>
    <dgm:cxn modelId="{A53574DF-4E36-C748-866B-780EFD52155F}" type="presOf" srcId="{23EB0992-06A2-8147-AEAA-C3A3298EA7E0}" destId="{3FD5EA8E-DEAF-3343-BC97-279BAF2D101B}" srcOrd="1" destOrd="0" presId="urn:microsoft.com/office/officeart/2005/8/layout/cycle2"/>
    <dgm:cxn modelId="{648A1EEA-689D-D843-B534-A8E91B711C68}" type="presOf" srcId="{C61A3D4C-E087-D243-BE3B-160B6CE00377}" destId="{04CEB6EE-F414-C142-AE9A-3A9986991B32}" srcOrd="1" destOrd="0" presId="urn:microsoft.com/office/officeart/2005/8/layout/cycle2"/>
    <dgm:cxn modelId="{4C4F9DF8-B5F6-1B4B-8B0D-F308D8D654D7}" type="presOf" srcId="{C8BCBDDB-B77E-D34D-B734-F526ECD0E872}" destId="{C4398234-0D4B-F84E-8706-C5332B3CE4D2}" srcOrd="0" destOrd="0" presId="urn:microsoft.com/office/officeart/2005/8/layout/cycle2"/>
    <dgm:cxn modelId="{2BF245FD-75B1-D547-A507-E4E38056A941}" srcId="{C8BCBDDB-B77E-D34D-B734-F526ECD0E872}" destId="{FFD6F0AD-775C-494B-A8AA-4ABF945544A7}" srcOrd="1" destOrd="0" parTransId="{A8CC4022-F54A-0C4A-A763-F6A6D418DC88}" sibTransId="{5C1C0D59-4931-5C4E-8155-C4A0C87B9E79}"/>
    <dgm:cxn modelId="{7347BAFE-E43F-1746-A96F-96B8EC3BAC79}" srcId="{C8BCBDDB-B77E-D34D-B734-F526ECD0E872}" destId="{9329BAE9-78D1-6344-AEC1-D7F51D18FFCE}" srcOrd="0" destOrd="0" parTransId="{46B4A3A7-F884-2D42-963F-AF925AFD1D00}" sibTransId="{23EB0992-06A2-8147-AEAA-C3A3298EA7E0}"/>
    <dgm:cxn modelId="{B6DF8838-45BE-E943-8569-C0E6D119E196}" type="presParOf" srcId="{C4398234-0D4B-F84E-8706-C5332B3CE4D2}" destId="{2E6596B7-7383-4244-B080-FF44D7BA5887}" srcOrd="0" destOrd="0" presId="urn:microsoft.com/office/officeart/2005/8/layout/cycle2"/>
    <dgm:cxn modelId="{E210D829-6CD5-8F49-A56D-F3ABBC4F677D}" type="presParOf" srcId="{C4398234-0D4B-F84E-8706-C5332B3CE4D2}" destId="{32DE9DCD-A8DE-2E4D-8DBD-61F3221CA008}" srcOrd="1" destOrd="0" presId="urn:microsoft.com/office/officeart/2005/8/layout/cycle2"/>
    <dgm:cxn modelId="{411AF17A-AB63-CA4F-A202-6AE736BD0BEA}" type="presParOf" srcId="{32DE9DCD-A8DE-2E4D-8DBD-61F3221CA008}" destId="{3FD5EA8E-DEAF-3343-BC97-279BAF2D101B}" srcOrd="0" destOrd="0" presId="urn:microsoft.com/office/officeart/2005/8/layout/cycle2"/>
    <dgm:cxn modelId="{F60421CC-BA8B-6C44-985B-6D2C0859C6B8}" type="presParOf" srcId="{C4398234-0D4B-F84E-8706-C5332B3CE4D2}" destId="{78CEB28B-8681-3E47-8479-E6FCAAE6D100}" srcOrd="2" destOrd="0" presId="urn:microsoft.com/office/officeart/2005/8/layout/cycle2"/>
    <dgm:cxn modelId="{838D39B1-431D-8646-A292-B297764DFCEC}" type="presParOf" srcId="{C4398234-0D4B-F84E-8706-C5332B3CE4D2}" destId="{57B823CC-FE6A-3F4C-966B-A6E82D801506}" srcOrd="3" destOrd="0" presId="urn:microsoft.com/office/officeart/2005/8/layout/cycle2"/>
    <dgm:cxn modelId="{A42574D6-1AFF-B54C-A9F7-E04C0B6BDC00}" type="presParOf" srcId="{57B823CC-FE6A-3F4C-966B-A6E82D801506}" destId="{12F5272C-2CA2-1C4B-AFAA-7E2023B295CC}" srcOrd="0" destOrd="0" presId="urn:microsoft.com/office/officeart/2005/8/layout/cycle2"/>
    <dgm:cxn modelId="{49F26D7D-8C24-AE4C-8BE5-CDEC37ED800A}" type="presParOf" srcId="{C4398234-0D4B-F84E-8706-C5332B3CE4D2}" destId="{1FA80BF8-E6F9-C54C-BE17-E19C2C6811EC}" srcOrd="4" destOrd="0" presId="urn:microsoft.com/office/officeart/2005/8/layout/cycle2"/>
    <dgm:cxn modelId="{BF4DEEAF-5C45-DB4C-8DAE-AA701CFCD1BD}" type="presParOf" srcId="{C4398234-0D4B-F84E-8706-C5332B3CE4D2}" destId="{0B836D21-DBA9-9E42-A15C-BEA5A0D233D3}" srcOrd="5" destOrd="0" presId="urn:microsoft.com/office/officeart/2005/8/layout/cycle2"/>
    <dgm:cxn modelId="{1FA736E7-259C-414D-98A8-ED4CF3500A9A}" type="presParOf" srcId="{0B836D21-DBA9-9E42-A15C-BEA5A0D233D3}" destId="{96B340BC-96D1-C442-B3B2-C1A2D7ED694A}" srcOrd="0" destOrd="0" presId="urn:microsoft.com/office/officeart/2005/8/layout/cycle2"/>
    <dgm:cxn modelId="{889491C0-C30B-7743-B392-47CD64BCD235}" type="presParOf" srcId="{C4398234-0D4B-F84E-8706-C5332B3CE4D2}" destId="{A9B6DD4B-5552-8B4D-9E25-6FB62CA43971}" srcOrd="6" destOrd="0" presId="urn:microsoft.com/office/officeart/2005/8/layout/cycle2"/>
    <dgm:cxn modelId="{27D539EB-115A-934D-97F5-250895B7FD58}" type="presParOf" srcId="{C4398234-0D4B-F84E-8706-C5332B3CE4D2}" destId="{C57B58AA-8AFC-8345-9C3E-4B5EC8FA32F3}" srcOrd="7" destOrd="0" presId="urn:microsoft.com/office/officeart/2005/8/layout/cycle2"/>
    <dgm:cxn modelId="{225AE72E-CC40-5A4A-A79D-748E34F83CA7}" type="presParOf" srcId="{C57B58AA-8AFC-8345-9C3E-4B5EC8FA32F3}" destId="{04CEB6EE-F414-C142-AE9A-3A9986991B32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721597A-9151-894F-83B3-0FC789448C3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88529A6-CD2B-184F-877F-CEEE0A782EB2}">
      <dgm:prSet custT="1"/>
      <dgm:spPr/>
      <dgm:t>
        <a:bodyPr/>
        <a:lstStyle/>
        <a:p>
          <a:r>
            <a:rPr lang="en-US" sz="2200"/>
            <a:t>Rajaa</a:t>
          </a:r>
        </a:p>
      </dgm:t>
    </dgm:pt>
    <dgm:pt modelId="{82C35B8F-873A-AD44-A708-3F5B611BA90B}" type="parTrans" cxnId="{15C18F10-25D5-AB4B-9102-08556B5376CD}">
      <dgm:prSet/>
      <dgm:spPr/>
      <dgm:t>
        <a:bodyPr/>
        <a:lstStyle/>
        <a:p>
          <a:endParaRPr lang="en-US" sz="2200"/>
        </a:p>
      </dgm:t>
    </dgm:pt>
    <dgm:pt modelId="{4E47B8D2-7828-B94C-9585-A5D19B8D7433}" type="sibTrans" cxnId="{15C18F10-25D5-AB4B-9102-08556B5376CD}">
      <dgm:prSet custT="1"/>
      <dgm:spPr/>
      <dgm:t>
        <a:bodyPr/>
        <a:lstStyle/>
        <a:p>
          <a:endParaRPr lang="en-US" sz="2200"/>
        </a:p>
      </dgm:t>
    </dgm:pt>
    <dgm:pt modelId="{A8C85EAE-FA05-7E49-82DB-94182CE5F0B9}">
      <dgm:prSet custT="1"/>
      <dgm:spPr/>
      <dgm:t>
        <a:bodyPr/>
        <a:lstStyle/>
        <a:p>
          <a:r>
            <a:rPr lang="en-US" sz="2200"/>
            <a:t>Määritä näyttö</a:t>
          </a:r>
        </a:p>
      </dgm:t>
    </dgm:pt>
    <dgm:pt modelId="{D11D4911-3F79-454E-ADAC-4FFF2B4B0032}" type="parTrans" cxnId="{2D4B239B-A95D-9B40-A9D6-FD404B118751}">
      <dgm:prSet/>
      <dgm:spPr/>
      <dgm:t>
        <a:bodyPr/>
        <a:lstStyle/>
        <a:p>
          <a:endParaRPr lang="en-US" sz="2200"/>
        </a:p>
      </dgm:t>
    </dgm:pt>
    <dgm:pt modelId="{3EE6E128-75C5-B248-8EBA-E58E986C8022}" type="sibTrans" cxnId="{2D4B239B-A95D-9B40-A9D6-FD404B118751}">
      <dgm:prSet custT="1"/>
      <dgm:spPr/>
      <dgm:t>
        <a:bodyPr/>
        <a:lstStyle/>
        <a:p>
          <a:endParaRPr lang="en-US" sz="2200"/>
        </a:p>
      </dgm:t>
    </dgm:pt>
    <dgm:pt modelId="{3EEBBCFA-12D8-CB44-BEC6-1A496BFC1087}">
      <dgm:prSet custT="1"/>
      <dgm:spPr/>
      <dgm:t>
        <a:bodyPr/>
        <a:lstStyle/>
        <a:p>
          <a:r>
            <a:rPr lang="en-US" sz="2200"/>
            <a:t>Arvioi</a:t>
          </a:r>
        </a:p>
      </dgm:t>
    </dgm:pt>
    <dgm:pt modelId="{E2EAC3A6-BF47-0048-8FDF-D4B049F3A7EA}" type="parTrans" cxnId="{67758660-4E19-4944-BAFB-D040D3EBF1B3}">
      <dgm:prSet/>
      <dgm:spPr/>
      <dgm:t>
        <a:bodyPr/>
        <a:lstStyle/>
        <a:p>
          <a:endParaRPr lang="en-US" sz="2200"/>
        </a:p>
      </dgm:t>
    </dgm:pt>
    <dgm:pt modelId="{AED0264F-C305-AB4A-8BE3-5A7220D5E3EF}" type="sibTrans" cxnId="{67758660-4E19-4944-BAFB-D040D3EBF1B3}">
      <dgm:prSet/>
      <dgm:spPr/>
      <dgm:t>
        <a:bodyPr/>
        <a:lstStyle/>
        <a:p>
          <a:endParaRPr lang="en-US" sz="2200"/>
        </a:p>
      </dgm:t>
    </dgm:pt>
    <dgm:pt modelId="{8233C9AE-F1A6-A047-8AD7-03917F38FA8C}" type="pres">
      <dgm:prSet presAssocID="{7721597A-9151-894F-83B3-0FC789448C39}" presName="Name0" presStyleCnt="0">
        <dgm:presLayoutVars>
          <dgm:dir/>
          <dgm:resizeHandles val="exact"/>
        </dgm:presLayoutVars>
      </dgm:prSet>
      <dgm:spPr/>
    </dgm:pt>
    <dgm:pt modelId="{268C07E8-FAF5-264C-B493-625300D060F1}" type="pres">
      <dgm:prSet presAssocID="{D88529A6-CD2B-184F-877F-CEEE0A782EB2}" presName="node" presStyleLbl="node1" presStyleIdx="0" presStyleCnt="3">
        <dgm:presLayoutVars>
          <dgm:bulletEnabled val="1"/>
        </dgm:presLayoutVars>
      </dgm:prSet>
      <dgm:spPr/>
    </dgm:pt>
    <dgm:pt modelId="{1623E089-D5F9-5A4F-8226-6391DDAF2726}" type="pres">
      <dgm:prSet presAssocID="{4E47B8D2-7828-B94C-9585-A5D19B8D7433}" presName="sibTrans" presStyleLbl="sibTrans2D1" presStyleIdx="0" presStyleCnt="2"/>
      <dgm:spPr/>
    </dgm:pt>
    <dgm:pt modelId="{290B7B2F-9AE4-AA4C-B3AB-8FEC0B19B764}" type="pres">
      <dgm:prSet presAssocID="{4E47B8D2-7828-B94C-9585-A5D19B8D7433}" presName="connectorText" presStyleLbl="sibTrans2D1" presStyleIdx="0" presStyleCnt="2"/>
      <dgm:spPr/>
    </dgm:pt>
    <dgm:pt modelId="{F64AC4AA-49D8-364D-A175-8C6E31109D29}" type="pres">
      <dgm:prSet presAssocID="{A8C85EAE-FA05-7E49-82DB-94182CE5F0B9}" presName="node" presStyleLbl="node1" presStyleIdx="1" presStyleCnt="3">
        <dgm:presLayoutVars>
          <dgm:bulletEnabled val="1"/>
        </dgm:presLayoutVars>
      </dgm:prSet>
      <dgm:spPr/>
    </dgm:pt>
    <dgm:pt modelId="{4D16FD55-C172-7F4E-AC78-9E4FDBFF7F98}" type="pres">
      <dgm:prSet presAssocID="{3EE6E128-75C5-B248-8EBA-E58E986C8022}" presName="sibTrans" presStyleLbl="sibTrans2D1" presStyleIdx="1" presStyleCnt="2"/>
      <dgm:spPr/>
    </dgm:pt>
    <dgm:pt modelId="{2B04AABF-429F-664C-A5E2-DBD6BD0B43D9}" type="pres">
      <dgm:prSet presAssocID="{3EE6E128-75C5-B248-8EBA-E58E986C8022}" presName="connectorText" presStyleLbl="sibTrans2D1" presStyleIdx="1" presStyleCnt="2"/>
      <dgm:spPr/>
    </dgm:pt>
    <dgm:pt modelId="{489A7EA6-2F5C-9448-B210-7DC7BEA2F758}" type="pres">
      <dgm:prSet presAssocID="{3EEBBCFA-12D8-CB44-BEC6-1A496BFC1087}" presName="node" presStyleLbl="node1" presStyleIdx="2" presStyleCnt="3">
        <dgm:presLayoutVars>
          <dgm:bulletEnabled val="1"/>
        </dgm:presLayoutVars>
      </dgm:prSet>
      <dgm:spPr/>
    </dgm:pt>
  </dgm:ptLst>
  <dgm:cxnLst>
    <dgm:cxn modelId="{15C18F10-25D5-AB4B-9102-08556B5376CD}" srcId="{7721597A-9151-894F-83B3-0FC789448C39}" destId="{D88529A6-CD2B-184F-877F-CEEE0A782EB2}" srcOrd="0" destOrd="0" parTransId="{82C35B8F-873A-AD44-A708-3F5B611BA90B}" sibTransId="{4E47B8D2-7828-B94C-9585-A5D19B8D7433}"/>
    <dgm:cxn modelId="{68722E1B-E454-D746-9F0B-F415B6D8CDD6}" type="presOf" srcId="{4E47B8D2-7828-B94C-9585-A5D19B8D7433}" destId="{1623E089-D5F9-5A4F-8226-6391DDAF2726}" srcOrd="0" destOrd="0" presId="urn:microsoft.com/office/officeart/2005/8/layout/process1"/>
    <dgm:cxn modelId="{C8C4471E-A9C4-9042-9607-16BD4A588850}" type="presOf" srcId="{7721597A-9151-894F-83B3-0FC789448C39}" destId="{8233C9AE-F1A6-A047-8AD7-03917F38FA8C}" srcOrd="0" destOrd="0" presId="urn:microsoft.com/office/officeart/2005/8/layout/process1"/>
    <dgm:cxn modelId="{B9FCC11F-AF75-6A44-81B4-9064A4AC7059}" type="presOf" srcId="{D88529A6-CD2B-184F-877F-CEEE0A782EB2}" destId="{268C07E8-FAF5-264C-B493-625300D060F1}" srcOrd="0" destOrd="0" presId="urn:microsoft.com/office/officeart/2005/8/layout/process1"/>
    <dgm:cxn modelId="{67758660-4E19-4944-BAFB-D040D3EBF1B3}" srcId="{7721597A-9151-894F-83B3-0FC789448C39}" destId="{3EEBBCFA-12D8-CB44-BEC6-1A496BFC1087}" srcOrd="2" destOrd="0" parTransId="{E2EAC3A6-BF47-0048-8FDF-D4B049F3A7EA}" sibTransId="{AED0264F-C305-AB4A-8BE3-5A7220D5E3EF}"/>
    <dgm:cxn modelId="{A9F20071-6FA7-1447-93A1-AA3D45CA237B}" type="presOf" srcId="{3EE6E128-75C5-B248-8EBA-E58E986C8022}" destId="{2B04AABF-429F-664C-A5E2-DBD6BD0B43D9}" srcOrd="1" destOrd="0" presId="urn:microsoft.com/office/officeart/2005/8/layout/process1"/>
    <dgm:cxn modelId="{E2A31E8A-6142-634D-A03D-FE423FEFFAB2}" type="presOf" srcId="{4E47B8D2-7828-B94C-9585-A5D19B8D7433}" destId="{290B7B2F-9AE4-AA4C-B3AB-8FEC0B19B764}" srcOrd="1" destOrd="0" presId="urn:microsoft.com/office/officeart/2005/8/layout/process1"/>
    <dgm:cxn modelId="{2D4B239B-A95D-9B40-A9D6-FD404B118751}" srcId="{7721597A-9151-894F-83B3-0FC789448C39}" destId="{A8C85EAE-FA05-7E49-82DB-94182CE5F0B9}" srcOrd="1" destOrd="0" parTransId="{D11D4911-3F79-454E-ADAC-4FFF2B4B0032}" sibTransId="{3EE6E128-75C5-B248-8EBA-E58E986C8022}"/>
    <dgm:cxn modelId="{046556A6-727A-3345-B0C9-D29C6CD13FB5}" type="presOf" srcId="{A8C85EAE-FA05-7E49-82DB-94182CE5F0B9}" destId="{F64AC4AA-49D8-364D-A175-8C6E31109D29}" srcOrd="0" destOrd="0" presId="urn:microsoft.com/office/officeart/2005/8/layout/process1"/>
    <dgm:cxn modelId="{4E4EDEB4-D404-7047-90C4-454001FAC0F0}" type="presOf" srcId="{3EEBBCFA-12D8-CB44-BEC6-1A496BFC1087}" destId="{489A7EA6-2F5C-9448-B210-7DC7BEA2F758}" srcOrd="0" destOrd="0" presId="urn:microsoft.com/office/officeart/2005/8/layout/process1"/>
    <dgm:cxn modelId="{80DB9CDC-0E87-C844-8BB4-24DEC40A12D3}" type="presOf" srcId="{3EE6E128-75C5-B248-8EBA-E58E986C8022}" destId="{4D16FD55-C172-7F4E-AC78-9E4FDBFF7F98}" srcOrd="0" destOrd="0" presId="urn:microsoft.com/office/officeart/2005/8/layout/process1"/>
    <dgm:cxn modelId="{9336A1EB-2A2E-4447-99C9-3D2779B81F02}" type="presParOf" srcId="{8233C9AE-F1A6-A047-8AD7-03917F38FA8C}" destId="{268C07E8-FAF5-264C-B493-625300D060F1}" srcOrd="0" destOrd="0" presId="urn:microsoft.com/office/officeart/2005/8/layout/process1"/>
    <dgm:cxn modelId="{04CD499C-4626-7547-AC33-BB427E78FDF8}" type="presParOf" srcId="{8233C9AE-F1A6-A047-8AD7-03917F38FA8C}" destId="{1623E089-D5F9-5A4F-8226-6391DDAF2726}" srcOrd="1" destOrd="0" presId="urn:microsoft.com/office/officeart/2005/8/layout/process1"/>
    <dgm:cxn modelId="{300066AA-1A43-7D44-AC3F-FFAAC55E9A49}" type="presParOf" srcId="{1623E089-D5F9-5A4F-8226-6391DDAF2726}" destId="{290B7B2F-9AE4-AA4C-B3AB-8FEC0B19B764}" srcOrd="0" destOrd="0" presId="urn:microsoft.com/office/officeart/2005/8/layout/process1"/>
    <dgm:cxn modelId="{5FB68D79-303D-1D43-A59C-F10EC177E6E0}" type="presParOf" srcId="{8233C9AE-F1A6-A047-8AD7-03917F38FA8C}" destId="{F64AC4AA-49D8-364D-A175-8C6E31109D29}" srcOrd="2" destOrd="0" presId="urn:microsoft.com/office/officeart/2005/8/layout/process1"/>
    <dgm:cxn modelId="{174F024B-BEB2-D443-BCB8-95DC60CBB48C}" type="presParOf" srcId="{8233C9AE-F1A6-A047-8AD7-03917F38FA8C}" destId="{4D16FD55-C172-7F4E-AC78-9E4FDBFF7F98}" srcOrd="3" destOrd="0" presId="urn:microsoft.com/office/officeart/2005/8/layout/process1"/>
    <dgm:cxn modelId="{799CBBEE-CB89-CD44-8BAE-8E33258DAB68}" type="presParOf" srcId="{4D16FD55-C172-7F4E-AC78-9E4FDBFF7F98}" destId="{2B04AABF-429F-664C-A5E2-DBD6BD0B43D9}" srcOrd="0" destOrd="0" presId="urn:microsoft.com/office/officeart/2005/8/layout/process1"/>
    <dgm:cxn modelId="{00AE2613-1941-6B48-8CE2-C8F44DEE55DF}" type="presParOf" srcId="{8233C9AE-F1A6-A047-8AD7-03917F38FA8C}" destId="{489A7EA6-2F5C-9448-B210-7DC7BEA2F75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AA6D01-C700-A24B-BBC6-CCA53466B282}">
      <dsp:nvSpPr>
        <dsp:cNvPr id="0" name=""/>
        <dsp:cNvSpPr/>
      </dsp:nvSpPr>
      <dsp:spPr>
        <a:xfrm>
          <a:off x="3082131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EEA2B8-1776-1A40-8E88-A7A7F998D8E8}">
      <dsp:nvSpPr>
        <dsp:cNvPr id="0" name=""/>
        <dsp:cNvSpPr/>
      </dsp:nvSpPr>
      <dsp:spPr>
        <a:xfrm>
          <a:off x="3495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Tarve</a:t>
          </a:r>
        </a:p>
      </dsp:txBody>
      <dsp:txXfrm>
        <a:off x="3578350" y="496219"/>
        <a:ext cx="1531337" cy="1531337"/>
      </dsp:txXfrm>
    </dsp:sp>
    <dsp:sp modelId="{E2C9E124-B7B9-D04F-8B65-01584FE68972}">
      <dsp:nvSpPr>
        <dsp:cNvPr id="0" name=""/>
        <dsp:cNvSpPr/>
      </dsp:nvSpPr>
      <dsp:spPr>
        <a:xfrm>
          <a:off x="5323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Ymmärrys</a:t>
          </a:r>
        </a:p>
      </dsp:txBody>
      <dsp:txXfrm>
        <a:off x="5405912" y="496219"/>
        <a:ext cx="1531337" cy="1531337"/>
      </dsp:txXfrm>
    </dsp:sp>
    <dsp:sp modelId="{5DBC2A41-0B5B-5847-AA81-03548A3140D0}">
      <dsp:nvSpPr>
        <dsp:cNvPr id="0" name=""/>
        <dsp:cNvSpPr/>
      </dsp:nvSpPr>
      <dsp:spPr>
        <a:xfrm>
          <a:off x="3495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Toteutus</a:t>
          </a:r>
        </a:p>
      </dsp:txBody>
      <dsp:txXfrm>
        <a:off x="3578350" y="2323781"/>
        <a:ext cx="1531337" cy="1531337"/>
      </dsp:txXfrm>
    </dsp:sp>
    <dsp:sp modelId="{93456944-661B-1345-864D-8966C4181051}">
      <dsp:nvSpPr>
        <dsp:cNvPr id="0" name=""/>
        <dsp:cNvSpPr/>
      </dsp:nvSpPr>
      <dsp:spPr>
        <a:xfrm>
          <a:off x="5323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Ylläpito</a:t>
          </a:r>
        </a:p>
      </dsp:txBody>
      <dsp:txXfrm>
        <a:off x="5405912" y="2323781"/>
        <a:ext cx="1531337" cy="15313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11592A-FCA5-584A-88BF-6481D44AE582}">
      <dsp:nvSpPr>
        <dsp:cNvPr id="0" name=""/>
        <dsp:cNvSpPr/>
      </dsp:nvSpPr>
      <dsp:spPr>
        <a:xfrm>
          <a:off x="9242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Referenssi</a:t>
          </a:r>
        </a:p>
      </dsp:txBody>
      <dsp:txXfrm>
        <a:off x="57787" y="1395494"/>
        <a:ext cx="2665308" cy="1560349"/>
      </dsp:txXfrm>
    </dsp:sp>
    <dsp:sp modelId="{E457AE9A-EC50-5046-BE3B-802A53546EF8}">
      <dsp:nvSpPr>
        <dsp:cNvPr id="0" name=""/>
        <dsp:cNvSpPr/>
      </dsp:nvSpPr>
      <dsp:spPr>
        <a:xfrm>
          <a:off x="3047880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047880" y="1970146"/>
        <a:ext cx="409940" cy="411044"/>
      </dsp:txXfrm>
    </dsp:sp>
    <dsp:sp modelId="{090967C8-67C9-E04C-9933-651F0579AAC2}">
      <dsp:nvSpPr>
        <dsp:cNvPr id="0" name=""/>
        <dsp:cNvSpPr/>
      </dsp:nvSpPr>
      <dsp:spPr>
        <a:xfrm>
          <a:off x="3876600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Toteutus</a:t>
          </a:r>
        </a:p>
      </dsp:txBody>
      <dsp:txXfrm>
        <a:off x="3925145" y="1395494"/>
        <a:ext cx="2665308" cy="1560349"/>
      </dsp:txXfrm>
    </dsp:sp>
    <dsp:sp modelId="{29764EA4-8DD2-2D4F-8D9E-0A6C62F5D4B0}">
      <dsp:nvSpPr>
        <dsp:cNvPr id="0" name=""/>
        <dsp:cNvSpPr/>
      </dsp:nvSpPr>
      <dsp:spPr>
        <a:xfrm>
          <a:off x="6915239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915239" y="1970146"/>
        <a:ext cx="409940" cy="411044"/>
      </dsp:txXfrm>
    </dsp:sp>
    <dsp:sp modelId="{D575EE0D-C677-1947-BAD7-4A0F28DE0988}">
      <dsp:nvSpPr>
        <dsp:cNvPr id="0" name=""/>
        <dsp:cNvSpPr/>
      </dsp:nvSpPr>
      <dsp:spPr>
        <a:xfrm>
          <a:off x="7743958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Testit</a:t>
          </a:r>
        </a:p>
      </dsp:txBody>
      <dsp:txXfrm>
        <a:off x="7792503" y="1395494"/>
        <a:ext cx="2665308" cy="15603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3C88F8-2766-D447-9D0C-1A6F7EA47487}">
      <dsp:nvSpPr>
        <dsp:cNvPr id="0" name=""/>
        <dsp:cNvSpPr/>
      </dsp:nvSpPr>
      <dsp:spPr>
        <a:xfrm>
          <a:off x="4621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Toteutus</a:t>
          </a:r>
        </a:p>
      </dsp:txBody>
      <dsp:txXfrm>
        <a:off x="40127" y="1605038"/>
        <a:ext cx="1949441" cy="1141260"/>
      </dsp:txXfrm>
    </dsp:sp>
    <dsp:sp modelId="{9DDEC8F9-927E-D440-9A99-E6BB9198269C}">
      <dsp:nvSpPr>
        <dsp:cNvPr id="0" name=""/>
        <dsp:cNvSpPr/>
      </dsp:nvSpPr>
      <dsp:spPr>
        <a:xfrm>
          <a:off x="222711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227119" y="2025346"/>
        <a:ext cx="299835" cy="300644"/>
      </dsp:txXfrm>
    </dsp:sp>
    <dsp:sp modelId="{127F769C-0128-CE45-8FAA-A9FA6520C725}">
      <dsp:nvSpPr>
        <dsp:cNvPr id="0" name=""/>
        <dsp:cNvSpPr/>
      </dsp:nvSpPr>
      <dsp:spPr>
        <a:xfrm>
          <a:off x="2833255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Katselmointi</a:t>
          </a:r>
        </a:p>
      </dsp:txBody>
      <dsp:txXfrm>
        <a:off x="2868761" y="1605038"/>
        <a:ext cx="1949441" cy="1141260"/>
      </dsp:txXfrm>
    </dsp:sp>
    <dsp:sp modelId="{32F263D0-5861-7548-9A5D-5AF57432A894}">
      <dsp:nvSpPr>
        <dsp:cNvPr id="0" name=""/>
        <dsp:cNvSpPr/>
      </dsp:nvSpPr>
      <dsp:spPr>
        <a:xfrm>
          <a:off x="5055754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055754" y="2025346"/>
        <a:ext cx="299835" cy="300644"/>
      </dsp:txXfrm>
    </dsp:sp>
    <dsp:sp modelId="{D1FE532F-579D-2647-A379-227452E456D9}">
      <dsp:nvSpPr>
        <dsp:cNvPr id="0" name=""/>
        <dsp:cNvSpPr/>
      </dsp:nvSpPr>
      <dsp:spPr>
        <a:xfrm>
          <a:off x="5661890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Integrointi</a:t>
          </a:r>
        </a:p>
      </dsp:txBody>
      <dsp:txXfrm>
        <a:off x="5697396" y="1605038"/>
        <a:ext cx="1949441" cy="1141260"/>
      </dsp:txXfrm>
    </dsp:sp>
    <dsp:sp modelId="{662370A7-3752-B94B-8733-50B4804B1EFB}">
      <dsp:nvSpPr>
        <dsp:cNvPr id="0" name=""/>
        <dsp:cNvSpPr/>
      </dsp:nvSpPr>
      <dsp:spPr>
        <a:xfrm>
          <a:off x="788438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884389" y="2025346"/>
        <a:ext cx="299835" cy="300644"/>
      </dsp:txXfrm>
    </dsp:sp>
    <dsp:sp modelId="{B73D2227-5D8A-654D-BA8D-D90B8FA889E3}">
      <dsp:nvSpPr>
        <dsp:cNvPr id="0" name=""/>
        <dsp:cNvSpPr/>
      </dsp:nvSpPr>
      <dsp:spPr>
        <a:xfrm>
          <a:off x="8490525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Käyttö</a:t>
          </a:r>
        </a:p>
      </dsp:txBody>
      <dsp:txXfrm>
        <a:off x="8526031" y="1605038"/>
        <a:ext cx="1949441" cy="11412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B5D271-3D6C-4749-916F-27F89DC90F11}">
      <dsp:nvSpPr>
        <dsp:cNvPr id="0" name=""/>
        <dsp:cNvSpPr/>
      </dsp:nvSpPr>
      <dsp:spPr>
        <a:xfrm>
          <a:off x="4562065" y="1117"/>
          <a:ext cx="1391468" cy="1391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Kokeile</a:t>
          </a:r>
        </a:p>
      </dsp:txBody>
      <dsp:txXfrm>
        <a:off x="4765841" y="204893"/>
        <a:ext cx="983916" cy="983916"/>
      </dsp:txXfrm>
    </dsp:sp>
    <dsp:sp modelId="{C44D888D-7B97-8F4C-88F0-4C05016283DF}">
      <dsp:nvSpPr>
        <dsp:cNvPr id="0" name=""/>
        <dsp:cNvSpPr/>
      </dsp:nvSpPr>
      <dsp:spPr>
        <a:xfrm rot="2700000">
          <a:off x="5804312" y="1194026"/>
          <a:ext cx="370944" cy="4696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820609" y="1248606"/>
        <a:ext cx="259661" cy="281772"/>
      </dsp:txXfrm>
    </dsp:sp>
    <dsp:sp modelId="{7A6ADEE4-B10D-D340-9E23-9DC18B69AE07}">
      <dsp:nvSpPr>
        <dsp:cNvPr id="0" name=""/>
        <dsp:cNvSpPr/>
      </dsp:nvSpPr>
      <dsp:spPr>
        <a:xfrm>
          <a:off x="6040882" y="1479934"/>
          <a:ext cx="1391468" cy="1391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Selitä</a:t>
          </a:r>
        </a:p>
      </dsp:txBody>
      <dsp:txXfrm>
        <a:off x="6244658" y="1683710"/>
        <a:ext cx="983916" cy="983916"/>
      </dsp:txXfrm>
    </dsp:sp>
    <dsp:sp modelId="{840383F5-0EBE-7742-B34D-EFDD0E92CDDC}">
      <dsp:nvSpPr>
        <dsp:cNvPr id="0" name=""/>
        <dsp:cNvSpPr/>
      </dsp:nvSpPr>
      <dsp:spPr>
        <a:xfrm rot="8100000">
          <a:off x="5819159" y="2672843"/>
          <a:ext cx="370944" cy="4696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5914145" y="2727423"/>
        <a:ext cx="259661" cy="281772"/>
      </dsp:txXfrm>
    </dsp:sp>
    <dsp:sp modelId="{36818457-7926-0F42-9B92-87E027E44EB3}">
      <dsp:nvSpPr>
        <dsp:cNvPr id="0" name=""/>
        <dsp:cNvSpPr/>
      </dsp:nvSpPr>
      <dsp:spPr>
        <a:xfrm>
          <a:off x="4562065" y="2958751"/>
          <a:ext cx="1391468" cy="1391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Palaute</a:t>
          </a:r>
        </a:p>
      </dsp:txBody>
      <dsp:txXfrm>
        <a:off x="4765841" y="3162527"/>
        <a:ext cx="983916" cy="983916"/>
      </dsp:txXfrm>
    </dsp:sp>
    <dsp:sp modelId="{EE17CD9A-1564-6445-80D0-0291E2BC9A5A}">
      <dsp:nvSpPr>
        <dsp:cNvPr id="0" name=""/>
        <dsp:cNvSpPr/>
      </dsp:nvSpPr>
      <dsp:spPr>
        <a:xfrm rot="13500000">
          <a:off x="4340342" y="2687690"/>
          <a:ext cx="370944" cy="4696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4435328" y="2820958"/>
        <a:ext cx="259661" cy="281772"/>
      </dsp:txXfrm>
    </dsp:sp>
    <dsp:sp modelId="{0E8BE0FC-1C1A-8746-A0E8-708F4E8BB7BF}">
      <dsp:nvSpPr>
        <dsp:cNvPr id="0" name=""/>
        <dsp:cNvSpPr/>
      </dsp:nvSpPr>
      <dsp:spPr>
        <a:xfrm>
          <a:off x="3083248" y="1479934"/>
          <a:ext cx="1391468" cy="1391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Muuta</a:t>
          </a:r>
        </a:p>
      </dsp:txBody>
      <dsp:txXfrm>
        <a:off x="3287024" y="1683710"/>
        <a:ext cx="983916" cy="983916"/>
      </dsp:txXfrm>
    </dsp:sp>
    <dsp:sp modelId="{6756CB98-7087-8A4B-B1A6-FCCF9BCDB934}">
      <dsp:nvSpPr>
        <dsp:cNvPr id="0" name=""/>
        <dsp:cNvSpPr/>
      </dsp:nvSpPr>
      <dsp:spPr>
        <a:xfrm rot="18900000">
          <a:off x="4325495" y="1208873"/>
          <a:ext cx="370944" cy="4696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341792" y="1342141"/>
        <a:ext cx="259661" cy="2817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D7219F-2ED0-644D-B2B4-123812584A41}">
      <dsp:nvSpPr>
        <dsp:cNvPr id="0" name=""/>
        <dsp:cNvSpPr/>
      </dsp:nvSpPr>
      <dsp:spPr>
        <a:xfrm>
          <a:off x="5134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Rajaa</a:t>
          </a:r>
        </a:p>
      </dsp:txBody>
      <dsp:txXfrm>
        <a:off x="33106" y="1726125"/>
        <a:ext cx="1535772" cy="899086"/>
      </dsp:txXfrm>
    </dsp:sp>
    <dsp:sp modelId="{F2B08F22-F27E-0443-820D-DE4152256D64}">
      <dsp:nvSpPr>
        <dsp:cNvPr id="0" name=""/>
        <dsp:cNvSpPr/>
      </dsp:nvSpPr>
      <dsp:spPr>
        <a:xfrm>
          <a:off x="175602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1756023" y="2057245"/>
        <a:ext cx="236210" cy="236847"/>
      </dsp:txXfrm>
    </dsp:sp>
    <dsp:sp modelId="{8556D363-2FE9-0B4E-9440-D7B6B95B7D91}">
      <dsp:nvSpPr>
        <dsp:cNvPr id="0" name=""/>
        <dsp:cNvSpPr/>
      </dsp:nvSpPr>
      <dsp:spPr>
        <a:xfrm>
          <a:off x="223353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Tutki</a:t>
          </a:r>
        </a:p>
      </dsp:txBody>
      <dsp:txXfrm>
        <a:off x="2261510" y="1726125"/>
        <a:ext cx="1535772" cy="899086"/>
      </dsp:txXfrm>
    </dsp:sp>
    <dsp:sp modelId="{045AA2A6-BC98-074C-A51A-1869D5A32DFD}">
      <dsp:nvSpPr>
        <dsp:cNvPr id="0" name=""/>
        <dsp:cNvSpPr/>
      </dsp:nvSpPr>
      <dsp:spPr>
        <a:xfrm>
          <a:off x="3984426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984426" y="2057245"/>
        <a:ext cx="236210" cy="236847"/>
      </dsp:txXfrm>
    </dsp:sp>
    <dsp:sp modelId="{A1ECFD80-3709-4344-B04B-2F91826ACF2C}">
      <dsp:nvSpPr>
        <dsp:cNvPr id="0" name=""/>
        <dsp:cNvSpPr/>
      </dsp:nvSpPr>
      <dsp:spPr>
        <a:xfrm>
          <a:off x="4461941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Toteuta</a:t>
          </a:r>
        </a:p>
      </dsp:txBody>
      <dsp:txXfrm>
        <a:off x="4489913" y="1726125"/>
        <a:ext cx="1535772" cy="899086"/>
      </dsp:txXfrm>
    </dsp:sp>
    <dsp:sp modelId="{01579A5E-C0FB-D74B-908A-E22DD862D873}">
      <dsp:nvSpPr>
        <dsp:cNvPr id="0" name=""/>
        <dsp:cNvSpPr/>
      </dsp:nvSpPr>
      <dsp:spPr>
        <a:xfrm>
          <a:off x="6212830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212830" y="2057245"/>
        <a:ext cx="236210" cy="236847"/>
      </dsp:txXfrm>
    </dsp:sp>
    <dsp:sp modelId="{58420067-089C-AB4A-ADBE-AB5C27F2DCC1}">
      <dsp:nvSpPr>
        <dsp:cNvPr id="0" name=""/>
        <dsp:cNvSpPr/>
      </dsp:nvSpPr>
      <dsp:spPr>
        <a:xfrm>
          <a:off x="6690345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Tarkista</a:t>
          </a:r>
        </a:p>
      </dsp:txBody>
      <dsp:txXfrm>
        <a:off x="6718317" y="1726125"/>
        <a:ext cx="1535772" cy="899086"/>
      </dsp:txXfrm>
    </dsp:sp>
    <dsp:sp modelId="{88A35D94-C856-FC49-8644-9D91E939D3D3}">
      <dsp:nvSpPr>
        <dsp:cNvPr id="0" name=""/>
        <dsp:cNvSpPr/>
      </dsp:nvSpPr>
      <dsp:spPr>
        <a:xfrm>
          <a:off x="8441233" y="1978296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441233" y="2057245"/>
        <a:ext cx="236210" cy="236847"/>
      </dsp:txXfrm>
    </dsp:sp>
    <dsp:sp modelId="{7AA4F8A2-B131-724E-8B2C-369849269686}">
      <dsp:nvSpPr>
        <dsp:cNvPr id="0" name=""/>
        <dsp:cNvSpPr/>
      </dsp:nvSpPr>
      <dsp:spPr>
        <a:xfrm>
          <a:off x="8918748" y="1698153"/>
          <a:ext cx="1591716" cy="9550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Seuraa</a:t>
          </a:r>
        </a:p>
      </dsp:txBody>
      <dsp:txXfrm>
        <a:off x="8946720" y="1726125"/>
        <a:ext cx="1535772" cy="8990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09F684-482F-4C4E-B6EC-E14B5B2818F6}">
      <dsp:nvSpPr>
        <dsp:cNvPr id="0" name=""/>
        <dsp:cNvSpPr/>
      </dsp:nvSpPr>
      <dsp:spPr>
        <a:xfrm>
          <a:off x="9242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Muistiinpano</a:t>
          </a:r>
        </a:p>
      </dsp:txBody>
      <dsp:txXfrm>
        <a:off x="57787" y="1395494"/>
        <a:ext cx="2665308" cy="1560349"/>
      </dsp:txXfrm>
    </dsp:sp>
    <dsp:sp modelId="{D673BEE2-8CF0-C540-9744-89E2F3CCE962}">
      <dsp:nvSpPr>
        <dsp:cNvPr id="0" name=""/>
        <dsp:cNvSpPr/>
      </dsp:nvSpPr>
      <dsp:spPr>
        <a:xfrm>
          <a:off x="3047880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047880" y="1970146"/>
        <a:ext cx="409940" cy="411044"/>
      </dsp:txXfrm>
    </dsp:sp>
    <dsp:sp modelId="{056F0895-1194-0D4E-9420-9243320BCA96}">
      <dsp:nvSpPr>
        <dsp:cNvPr id="0" name=""/>
        <dsp:cNvSpPr/>
      </dsp:nvSpPr>
      <dsp:spPr>
        <a:xfrm>
          <a:off x="3876600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Luonnos</a:t>
          </a:r>
        </a:p>
      </dsp:txBody>
      <dsp:txXfrm>
        <a:off x="3925145" y="1395494"/>
        <a:ext cx="2665308" cy="1560349"/>
      </dsp:txXfrm>
    </dsp:sp>
    <dsp:sp modelId="{D4F87C61-3775-8A42-AF9A-3F83C5F3E151}">
      <dsp:nvSpPr>
        <dsp:cNvPr id="0" name=""/>
        <dsp:cNvSpPr/>
      </dsp:nvSpPr>
      <dsp:spPr>
        <a:xfrm>
          <a:off x="6915239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915239" y="1970146"/>
        <a:ext cx="409940" cy="411044"/>
      </dsp:txXfrm>
    </dsp:sp>
    <dsp:sp modelId="{EB294864-1EA9-5046-95AC-E9BDB4F0645A}">
      <dsp:nvSpPr>
        <dsp:cNvPr id="0" name=""/>
        <dsp:cNvSpPr/>
      </dsp:nvSpPr>
      <dsp:spPr>
        <a:xfrm>
          <a:off x="7743958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Korjaus</a:t>
          </a:r>
        </a:p>
      </dsp:txBody>
      <dsp:txXfrm>
        <a:off x="7792503" y="1395494"/>
        <a:ext cx="2665308" cy="156034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6596B7-7383-4244-B080-FF44D7BA5887}">
      <dsp:nvSpPr>
        <dsp:cNvPr id="0" name=""/>
        <dsp:cNvSpPr/>
      </dsp:nvSpPr>
      <dsp:spPr>
        <a:xfrm>
          <a:off x="4562065" y="1117"/>
          <a:ext cx="1391468" cy="1391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Havainto</a:t>
          </a:r>
        </a:p>
      </dsp:txBody>
      <dsp:txXfrm>
        <a:off x="4765841" y="204893"/>
        <a:ext cx="983916" cy="983916"/>
      </dsp:txXfrm>
    </dsp:sp>
    <dsp:sp modelId="{32DE9DCD-A8DE-2E4D-8DBD-61F3221CA008}">
      <dsp:nvSpPr>
        <dsp:cNvPr id="0" name=""/>
        <dsp:cNvSpPr/>
      </dsp:nvSpPr>
      <dsp:spPr>
        <a:xfrm rot="2700000">
          <a:off x="5804312" y="1194026"/>
          <a:ext cx="370944" cy="4696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820609" y="1248606"/>
        <a:ext cx="259661" cy="281772"/>
      </dsp:txXfrm>
    </dsp:sp>
    <dsp:sp modelId="{78CEB28B-8681-3E47-8479-E6FCAAE6D100}">
      <dsp:nvSpPr>
        <dsp:cNvPr id="0" name=""/>
        <dsp:cNvSpPr/>
      </dsp:nvSpPr>
      <dsp:spPr>
        <a:xfrm>
          <a:off x="6040882" y="1479934"/>
          <a:ext cx="1391468" cy="1391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Tutki</a:t>
          </a:r>
        </a:p>
      </dsp:txBody>
      <dsp:txXfrm>
        <a:off x="6244658" y="1683710"/>
        <a:ext cx="983916" cy="983916"/>
      </dsp:txXfrm>
    </dsp:sp>
    <dsp:sp modelId="{57B823CC-FE6A-3F4C-966B-A6E82D801506}">
      <dsp:nvSpPr>
        <dsp:cNvPr id="0" name=""/>
        <dsp:cNvSpPr/>
      </dsp:nvSpPr>
      <dsp:spPr>
        <a:xfrm rot="8100000">
          <a:off x="5819159" y="2672843"/>
          <a:ext cx="370944" cy="4696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5914145" y="2727423"/>
        <a:ext cx="259661" cy="281772"/>
      </dsp:txXfrm>
    </dsp:sp>
    <dsp:sp modelId="{1FA80BF8-E6F9-C54C-BE17-E19C2C6811EC}">
      <dsp:nvSpPr>
        <dsp:cNvPr id="0" name=""/>
        <dsp:cNvSpPr/>
      </dsp:nvSpPr>
      <dsp:spPr>
        <a:xfrm>
          <a:off x="4562065" y="2958751"/>
          <a:ext cx="1391468" cy="1391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Korjaa</a:t>
          </a:r>
        </a:p>
      </dsp:txBody>
      <dsp:txXfrm>
        <a:off x="4765841" y="3162527"/>
        <a:ext cx="983916" cy="983916"/>
      </dsp:txXfrm>
    </dsp:sp>
    <dsp:sp modelId="{0B836D21-DBA9-9E42-A15C-BEA5A0D233D3}">
      <dsp:nvSpPr>
        <dsp:cNvPr id="0" name=""/>
        <dsp:cNvSpPr/>
      </dsp:nvSpPr>
      <dsp:spPr>
        <a:xfrm rot="13500000">
          <a:off x="4340342" y="2687690"/>
          <a:ext cx="370944" cy="4696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4435328" y="2820958"/>
        <a:ext cx="259661" cy="281772"/>
      </dsp:txXfrm>
    </dsp:sp>
    <dsp:sp modelId="{A9B6DD4B-5552-8B4D-9E25-6FB62CA43971}">
      <dsp:nvSpPr>
        <dsp:cNvPr id="0" name=""/>
        <dsp:cNvSpPr/>
      </dsp:nvSpPr>
      <dsp:spPr>
        <a:xfrm>
          <a:off x="3083248" y="1479934"/>
          <a:ext cx="1391468" cy="1391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Tarkista</a:t>
          </a:r>
        </a:p>
      </dsp:txBody>
      <dsp:txXfrm>
        <a:off x="3287024" y="1683710"/>
        <a:ext cx="983916" cy="983916"/>
      </dsp:txXfrm>
    </dsp:sp>
    <dsp:sp modelId="{C57B58AA-8AFC-8345-9C3E-4B5EC8FA32F3}">
      <dsp:nvSpPr>
        <dsp:cNvPr id="0" name=""/>
        <dsp:cNvSpPr/>
      </dsp:nvSpPr>
      <dsp:spPr>
        <a:xfrm rot="18900000">
          <a:off x="4325495" y="1208873"/>
          <a:ext cx="370944" cy="4696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341792" y="1342141"/>
        <a:ext cx="259661" cy="28177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8C07E8-FAF5-264C-B493-625300D060F1}">
      <dsp:nvSpPr>
        <dsp:cNvPr id="0" name=""/>
        <dsp:cNvSpPr/>
      </dsp:nvSpPr>
      <dsp:spPr>
        <a:xfrm>
          <a:off x="9242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Rajaa</a:t>
          </a:r>
        </a:p>
      </dsp:txBody>
      <dsp:txXfrm>
        <a:off x="57787" y="1395494"/>
        <a:ext cx="2665308" cy="1560349"/>
      </dsp:txXfrm>
    </dsp:sp>
    <dsp:sp modelId="{1623E089-D5F9-5A4F-8226-6391DDAF2726}">
      <dsp:nvSpPr>
        <dsp:cNvPr id="0" name=""/>
        <dsp:cNvSpPr/>
      </dsp:nvSpPr>
      <dsp:spPr>
        <a:xfrm>
          <a:off x="3047880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047880" y="1970146"/>
        <a:ext cx="409940" cy="411044"/>
      </dsp:txXfrm>
    </dsp:sp>
    <dsp:sp modelId="{F64AC4AA-49D8-364D-A175-8C6E31109D29}">
      <dsp:nvSpPr>
        <dsp:cNvPr id="0" name=""/>
        <dsp:cNvSpPr/>
      </dsp:nvSpPr>
      <dsp:spPr>
        <a:xfrm>
          <a:off x="3876600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Määritä näyttö</a:t>
          </a:r>
        </a:p>
      </dsp:txBody>
      <dsp:txXfrm>
        <a:off x="3925145" y="1395494"/>
        <a:ext cx="2665308" cy="1560349"/>
      </dsp:txXfrm>
    </dsp:sp>
    <dsp:sp modelId="{4D16FD55-C172-7F4E-AC78-9E4FDBFF7F98}">
      <dsp:nvSpPr>
        <dsp:cNvPr id="0" name=""/>
        <dsp:cNvSpPr/>
      </dsp:nvSpPr>
      <dsp:spPr>
        <a:xfrm>
          <a:off x="6915239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915239" y="1970146"/>
        <a:ext cx="409940" cy="411044"/>
      </dsp:txXfrm>
    </dsp:sp>
    <dsp:sp modelId="{489A7EA6-2F5C-9448-B210-7DC7BEA2F758}">
      <dsp:nvSpPr>
        <dsp:cNvPr id="0" name=""/>
        <dsp:cNvSpPr/>
      </dsp:nvSpPr>
      <dsp:spPr>
        <a:xfrm>
          <a:off x="7743958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Arvioi</a:t>
          </a:r>
        </a:p>
      </dsp:txBody>
      <dsp:txXfrm>
        <a:off x="7792503" y="1395494"/>
        <a:ext cx="2665308" cy="1560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3CE19-153C-8E45-9433-93F582301D64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60624A-9F91-5B4F-A746-08BC1F47D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400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00:00–02:00 · </a:t>
            </a:r>
            <a:r>
              <a:rPr lang="en-US" dirty="0" err="1"/>
              <a:t>Avaus</a:t>
            </a:r>
            <a:r>
              <a:rPr lang="en-US" dirty="0"/>
              <a:t>. Kysy, </a:t>
            </a:r>
            <a:r>
              <a:rPr lang="en-US" dirty="0" err="1"/>
              <a:t>mikä</a:t>
            </a:r>
            <a:r>
              <a:rPr lang="en-US" dirty="0"/>
              <a:t> </a:t>
            </a:r>
            <a:r>
              <a:rPr lang="en-US" dirty="0" err="1"/>
              <a:t>muuttuu</a:t>
            </a:r>
            <a:r>
              <a:rPr lang="en-US" dirty="0"/>
              <a:t> </a:t>
            </a:r>
            <a:r>
              <a:rPr lang="en-US" dirty="0" err="1"/>
              <a:t>omassa</a:t>
            </a:r>
            <a:r>
              <a:rPr lang="en-US" dirty="0"/>
              <a:t> </a:t>
            </a:r>
            <a:r>
              <a:rPr lang="en-US" dirty="0" err="1"/>
              <a:t>työssä</a:t>
            </a:r>
            <a:r>
              <a:rPr lang="en-US" dirty="0"/>
              <a:t>, </a:t>
            </a:r>
            <a:r>
              <a:rPr lang="en-US" dirty="0" err="1"/>
              <a:t>kun</a:t>
            </a:r>
            <a:r>
              <a:rPr lang="en-US" dirty="0"/>
              <a:t> </a:t>
            </a:r>
            <a:r>
              <a:rPr lang="en-US" dirty="0" err="1"/>
              <a:t>uskottavan</a:t>
            </a:r>
            <a:r>
              <a:rPr lang="en-US" dirty="0"/>
              <a:t> </a:t>
            </a:r>
            <a:r>
              <a:rPr lang="en-US" dirty="0" err="1"/>
              <a:t>ensimmäisen</a:t>
            </a:r>
            <a:r>
              <a:rPr lang="en-US" dirty="0"/>
              <a:t> version </a:t>
            </a:r>
            <a:r>
              <a:rPr lang="en-US" dirty="0" err="1"/>
              <a:t>tekeminen</a:t>
            </a:r>
            <a:r>
              <a:rPr lang="en-US" dirty="0"/>
              <a:t> </a:t>
            </a:r>
            <a:r>
              <a:rPr lang="en-US" dirty="0" err="1"/>
              <a:t>helpottuu</a:t>
            </a:r>
            <a:r>
              <a:rPr lang="en-US" dirty="0"/>
              <a:t>. </a:t>
            </a:r>
            <a:r>
              <a:rPr lang="en-US" dirty="0" err="1"/>
              <a:t>Esityksen</a:t>
            </a:r>
            <a:r>
              <a:rPr lang="en-US" dirty="0"/>
              <a:t> </a:t>
            </a:r>
            <a:r>
              <a:rPr lang="en-US" dirty="0" err="1"/>
              <a:t>kaksi</a:t>
            </a:r>
            <a:r>
              <a:rPr lang="en-US" dirty="0"/>
              <a:t> </a:t>
            </a:r>
            <a:r>
              <a:rPr lang="en-US" dirty="0" err="1"/>
              <a:t>kysymystä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: </a:t>
            </a:r>
            <a:r>
              <a:rPr lang="en-US" dirty="0" err="1"/>
              <a:t>mitä</a:t>
            </a:r>
            <a:r>
              <a:rPr lang="en-US" dirty="0"/>
              <a:t> </a:t>
            </a:r>
            <a:r>
              <a:rPr lang="en-US" dirty="0" err="1"/>
              <a:t>ohjelmistokehityksessä</a:t>
            </a:r>
            <a:r>
              <a:rPr lang="en-US" dirty="0"/>
              <a:t> on </a:t>
            </a:r>
            <a:r>
              <a:rPr lang="en-US" dirty="0" err="1"/>
              <a:t>muuttunut</a:t>
            </a:r>
            <a:r>
              <a:rPr lang="en-US" dirty="0"/>
              <a:t>, ja </a:t>
            </a:r>
            <a:r>
              <a:rPr lang="en-US" dirty="0" err="1"/>
              <a:t>miten</a:t>
            </a:r>
            <a:r>
              <a:rPr lang="en-US" dirty="0"/>
              <a:t> </a:t>
            </a:r>
            <a:r>
              <a:rPr lang="en-US" dirty="0" err="1"/>
              <a:t>AI:n</a:t>
            </a:r>
            <a:r>
              <a:rPr lang="en-US" dirty="0"/>
              <a:t> </a:t>
            </a:r>
            <a:r>
              <a:rPr lang="en-US" dirty="0" err="1"/>
              <a:t>kanssa</a:t>
            </a:r>
            <a:r>
              <a:rPr lang="en-US" dirty="0"/>
              <a:t> </a:t>
            </a:r>
            <a:r>
              <a:rPr lang="en-US" dirty="0" err="1"/>
              <a:t>tehdään</a:t>
            </a:r>
            <a:r>
              <a:rPr lang="en-US" dirty="0"/>
              <a:t> </a:t>
            </a:r>
            <a:r>
              <a:rPr lang="en-US" dirty="0" err="1"/>
              <a:t>käytännössä</a:t>
            </a:r>
            <a:r>
              <a:rPr lang="en-US" dirty="0"/>
              <a:t> </a:t>
            </a:r>
            <a:r>
              <a:rPr lang="en-US" dirty="0" err="1"/>
              <a:t>työtä</a:t>
            </a:r>
            <a:r>
              <a:rPr lang="en-US" dirty="0"/>
              <a:t>. </a:t>
            </a:r>
            <a:r>
              <a:rPr lang="en-US" dirty="0" err="1"/>
              <a:t>Yleisössä</a:t>
            </a:r>
            <a:r>
              <a:rPr lang="en-US" dirty="0"/>
              <a:t> </a:t>
            </a:r>
            <a:r>
              <a:rPr lang="en-US" dirty="0" err="1"/>
              <a:t>saa</a:t>
            </a:r>
            <a:r>
              <a:rPr lang="en-US" dirty="0"/>
              <a:t> olla </a:t>
            </a:r>
            <a:r>
              <a:rPr lang="en-US" dirty="0" err="1"/>
              <a:t>erilaisia</a:t>
            </a:r>
            <a:r>
              <a:rPr lang="en-US" dirty="0"/>
              <a:t> </a:t>
            </a:r>
            <a:r>
              <a:rPr lang="en-US" dirty="0" err="1"/>
              <a:t>kokemuksia</a:t>
            </a:r>
            <a:r>
              <a:rPr lang="en-US" dirty="0"/>
              <a:t>. </a:t>
            </a:r>
            <a:r>
              <a:rPr lang="en-US" dirty="0" err="1"/>
              <a:t>Tarkoitus</a:t>
            </a:r>
            <a:r>
              <a:rPr lang="en-US" dirty="0"/>
              <a:t> on </a:t>
            </a:r>
            <a:r>
              <a:rPr lang="en-US" dirty="0" err="1"/>
              <a:t>antaa</a:t>
            </a:r>
            <a:r>
              <a:rPr lang="en-US" dirty="0"/>
              <a:t> </a:t>
            </a:r>
            <a:r>
              <a:rPr lang="en-US" dirty="0" err="1"/>
              <a:t>sekä</a:t>
            </a:r>
            <a:r>
              <a:rPr lang="en-US" dirty="0"/>
              <a:t> </a:t>
            </a:r>
            <a:r>
              <a:rPr lang="en-US" dirty="0" err="1"/>
              <a:t>tutkimukseen</a:t>
            </a:r>
            <a:r>
              <a:rPr lang="en-US" dirty="0"/>
              <a:t> </a:t>
            </a:r>
            <a:r>
              <a:rPr lang="en-US" dirty="0" err="1"/>
              <a:t>perustuvaa</a:t>
            </a:r>
            <a:r>
              <a:rPr lang="en-US" dirty="0"/>
              <a:t> </a:t>
            </a:r>
            <a:r>
              <a:rPr lang="en-US" dirty="0" err="1"/>
              <a:t>taustaa</a:t>
            </a:r>
            <a:r>
              <a:rPr lang="en-US" dirty="0"/>
              <a:t> </a:t>
            </a:r>
            <a:r>
              <a:rPr lang="en-US" dirty="0" err="1"/>
              <a:t>että</a:t>
            </a:r>
            <a:r>
              <a:rPr lang="en-US" dirty="0"/>
              <a:t> </a:t>
            </a:r>
            <a:r>
              <a:rPr lang="en-US" dirty="0" err="1"/>
              <a:t>yksi</a:t>
            </a:r>
            <a:r>
              <a:rPr lang="en-US" dirty="0"/>
              <a:t> </a:t>
            </a:r>
            <a:r>
              <a:rPr lang="en-US" dirty="0" err="1"/>
              <a:t>kokeiltava</a:t>
            </a:r>
            <a:r>
              <a:rPr lang="en-US" dirty="0"/>
              <a:t> </a:t>
            </a:r>
            <a:r>
              <a:rPr lang="en-US" dirty="0" err="1"/>
              <a:t>työtapa</a:t>
            </a:r>
            <a:r>
              <a:rPr lang="en-US" dirty="0"/>
              <a:t>. </a:t>
            </a:r>
            <a:r>
              <a:rPr lang="en-US" dirty="0" err="1"/>
              <a:t>Käytännön</a:t>
            </a:r>
            <a:r>
              <a:rPr lang="en-US" dirty="0"/>
              <a:t> </a:t>
            </a:r>
            <a:r>
              <a:rPr lang="en-US" dirty="0" err="1"/>
              <a:t>osoite</a:t>
            </a:r>
            <a:r>
              <a:rPr lang="en-US" dirty="0"/>
              <a:t>- ja </a:t>
            </a:r>
            <a:r>
              <a:rPr lang="en-US" dirty="0" err="1"/>
              <a:t>huoltoesimerkit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 </a:t>
            </a:r>
            <a:r>
              <a:rPr lang="en-US" dirty="0" err="1"/>
              <a:t>opetusta</a:t>
            </a:r>
            <a:r>
              <a:rPr lang="en-US" dirty="0"/>
              <a:t> </a:t>
            </a:r>
            <a:r>
              <a:rPr lang="en-US" dirty="0" err="1"/>
              <a:t>varten</a:t>
            </a:r>
            <a:r>
              <a:rPr lang="en-US" dirty="0"/>
              <a:t> </a:t>
            </a:r>
            <a:r>
              <a:rPr lang="en-US" dirty="0" err="1"/>
              <a:t>kirjoitettuja</a:t>
            </a:r>
            <a:r>
              <a:rPr lang="en-US" dirty="0"/>
              <a:t>, </a:t>
            </a:r>
            <a:r>
              <a:rPr lang="en-US" dirty="0" err="1"/>
              <a:t>eivät</a:t>
            </a:r>
            <a:r>
              <a:rPr lang="en-US" dirty="0"/>
              <a:t> </a:t>
            </a:r>
            <a:r>
              <a:rPr lang="en-US" dirty="0" err="1"/>
              <a:t>väitteitä</a:t>
            </a:r>
            <a:r>
              <a:rPr lang="en-US" dirty="0"/>
              <a:t> </a:t>
            </a:r>
            <a:r>
              <a:rPr lang="en-US" dirty="0" err="1"/>
              <a:t>puhujan</a:t>
            </a:r>
            <a:r>
              <a:rPr lang="en-US" dirty="0"/>
              <a:t> </a:t>
            </a:r>
            <a:r>
              <a:rPr lang="en-US" dirty="0" err="1"/>
              <a:t>asiakasprojekteista</a:t>
            </a:r>
            <a:r>
              <a:rPr lang="en-US" dirty="0"/>
              <a:t>. </a:t>
            </a:r>
            <a:r>
              <a:rPr lang="en-US" dirty="0" err="1"/>
              <a:t>Rytmi</a:t>
            </a:r>
            <a:r>
              <a:rPr lang="en-US" dirty="0"/>
              <a:t>: 5 min </a:t>
            </a:r>
            <a:r>
              <a:rPr lang="en-US" dirty="0" err="1"/>
              <a:t>johdanto</a:t>
            </a:r>
            <a:r>
              <a:rPr lang="en-US" dirty="0"/>
              <a:t>, 10 min </a:t>
            </a:r>
            <a:r>
              <a:rPr lang="en-US" dirty="0" err="1"/>
              <a:t>alkugallup</a:t>
            </a:r>
            <a:r>
              <a:rPr lang="en-US" dirty="0"/>
              <a:t>, 20 min </a:t>
            </a:r>
            <a:r>
              <a:rPr lang="en-US" dirty="0" err="1"/>
              <a:t>nykytilanne</a:t>
            </a:r>
            <a:r>
              <a:rPr lang="en-US" dirty="0"/>
              <a:t>, 20 min </a:t>
            </a:r>
            <a:r>
              <a:rPr lang="en-US" dirty="0" err="1"/>
              <a:t>käytännöt</a:t>
            </a:r>
            <a:r>
              <a:rPr lang="en-US" dirty="0"/>
              <a:t>, 5 min </a:t>
            </a:r>
            <a:r>
              <a:rPr lang="en-US" dirty="0" err="1"/>
              <a:t>loppugallup</a:t>
            </a:r>
            <a:r>
              <a:rPr lang="en-US" dirty="0"/>
              <a:t> ja </a:t>
            </a:r>
            <a:r>
              <a:rPr lang="en-US" dirty="0" err="1"/>
              <a:t>päätös</a:t>
            </a:r>
            <a:r>
              <a:rPr lang="en-US" dirty="0"/>
              <a:t>. </a:t>
            </a:r>
            <a:r>
              <a:rPr lang="en-US" dirty="0" err="1"/>
              <a:t>Siirry</a:t>
            </a:r>
            <a:r>
              <a:rPr lang="en-US" dirty="0"/>
              <a:t> </a:t>
            </a:r>
            <a:r>
              <a:rPr lang="en-US" dirty="0" err="1"/>
              <a:t>kahteen</a:t>
            </a:r>
            <a:r>
              <a:rPr lang="en-US" dirty="0"/>
              <a:t> </a:t>
            </a:r>
            <a:r>
              <a:rPr lang="en-US" dirty="0" err="1"/>
              <a:t>erilaiseen</a:t>
            </a:r>
            <a:r>
              <a:rPr lang="en-US" dirty="0"/>
              <a:t> </a:t>
            </a:r>
            <a:r>
              <a:rPr lang="en-US" dirty="0" err="1"/>
              <a:t>pyyntöön</a:t>
            </a:r>
            <a:r>
              <a:rPr lang="en-US" dirty="0"/>
              <a:t>. </a:t>
            </a:r>
            <a:r>
              <a:rPr lang="en-US" dirty="0" err="1"/>
              <a:t>Kuvitus</a:t>
            </a:r>
            <a:r>
              <a:rPr lang="en-US" dirty="0"/>
              <a:t>: OpenAI </a:t>
            </a:r>
            <a:r>
              <a:rPr lang="en-US" dirty="0" err="1"/>
              <a:t>imagegen</a:t>
            </a:r>
            <a:r>
              <a:rPr lang="en-US" dirty="0"/>
              <a:t>, 5.9.2026; </a:t>
            </a:r>
            <a:r>
              <a:rPr lang="en-US" dirty="0" err="1"/>
              <a:t>tätä</a:t>
            </a:r>
            <a:r>
              <a:rPr lang="en-US" dirty="0"/>
              <a:t> </a:t>
            </a:r>
            <a:r>
              <a:rPr lang="en-US" dirty="0" err="1"/>
              <a:t>esitystä</a:t>
            </a:r>
            <a:r>
              <a:rPr lang="en-US" dirty="0"/>
              <a:t> </a:t>
            </a:r>
            <a:r>
              <a:rPr lang="en-US" dirty="0" err="1"/>
              <a:t>varten</a:t>
            </a:r>
            <a:r>
              <a:rPr lang="en-US" dirty="0"/>
              <a:t> </a:t>
            </a:r>
            <a:r>
              <a:rPr lang="en-US" dirty="0" err="1"/>
              <a:t>luotu</a:t>
            </a:r>
            <a:r>
              <a:rPr lang="en-US" dirty="0"/>
              <a:t> </a:t>
            </a:r>
            <a:r>
              <a:rPr lang="en-US" dirty="0" err="1"/>
              <a:t>työpöytäkuvitus</a:t>
            </a:r>
            <a:r>
              <a:rPr lang="en-US" dirty="0"/>
              <a:t>,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todellinen</a:t>
            </a:r>
            <a:r>
              <a:rPr lang="en-US" dirty="0"/>
              <a:t> </a:t>
            </a:r>
            <a:r>
              <a:rPr lang="en-US" dirty="0" err="1"/>
              <a:t>työympäristö</a:t>
            </a:r>
            <a:r>
              <a:rPr lang="en-US" dirty="0"/>
              <a:t>. </a:t>
            </a:r>
            <a:r>
              <a:rPr lang="en-US" dirty="0" err="1"/>
              <a:t>Tiedosto</a:t>
            </a:r>
            <a:r>
              <a:rPr lang="en-US" dirty="0"/>
              <a:t>: exec-faf71e7a-fda5-4160-9148-614ee59b0b98.png.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009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02:00–05:00 · </a:t>
            </a:r>
            <a:r>
              <a:rPr lang="en-US" dirty="0" err="1"/>
              <a:t>Keskustelusta</a:t>
            </a:r>
            <a:r>
              <a:rPr lang="en-US" dirty="0"/>
              <a:t> </a:t>
            </a:r>
            <a:r>
              <a:rPr lang="en-US" dirty="0" err="1"/>
              <a:t>tarkistettavaan</a:t>
            </a:r>
            <a:r>
              <a:rPr lang="en-US" dirty="0"/>
              <a:t> </a:t>
            </a:r>
            <a:r>
              <a:rPr lang="en-US" dirty="0" err="1"/>
              <a:t>tehtävään</a:t>
            </a:r>
            <a:r>
              <a:rPr lang="en-US" dirty="0"/>
              <a:t>. Lue </a:t>
            </a:r>
            <a:r>
              <a:rPr lang="en-US" dirty="0" err="1"/>
              <a:t>vasen</a:t>
            </a:r>
            <a:r>
              <a:rPr lang="en-US" dirty="0"/>
              <a:t> </a:t>
            </a:r>
            <a:r>
              <a:rPr lang="en-US" dirty="0" err="1"/>
              <a:t>pyyntö</a:t>
            </a:r>
            <a:r>
              <a:rPr lang="en-US" dirty="0"/>
              <a:t>: </a:t>
            </a:r>
            <a:r>
              <a:rPr lang="en-US" dirty="0" err="1"/>
              <a:t>siinä</a:t>
            </a:r>
            <a:r>
              <a:rPr lang="en-US" dirty="0"/>
              <a:t> </a:t>
            </a:r>
            <a:r>
              <a:rPr lang="en-US" dirty="0" err="1"/>
              <a:t>halutaan</a:t>
            </a:r>
            <a:r>
              <a:rPr lang="en-US" dirty="0"/>
              <a:t> </a:t>
            </a:r>
            <a:r>
              <a:rPr lang="en-US" dirty="0" err="1"/>
              <a:t>selitys</a:t>
            </a:r>
            <a:r>
              <a:rPr lang="en-US" dirty="0"/>
              <a:t>. </a:t>
            </a:r>
            <a:r>
              <a:rPr lang="en-US" dirty="0" err="1"/>
              <a:t>Oikeassa</a:t>
            </a:r>
            <a:r>
              <a:rPr lang="en-US" dirty="0"/>
              <a:t> </a:t>
            </a:r>
            <a:r>
              <a:rPr lang="en-US" dirty="0" err="1"/>
              <a:t>pyynnössä</a:t>
            </a:r>
            <a:r>
              <a:rPr lang="en-US" dirty="0"/>
              <a:t> </a:t>
            </a:r>
            <a:r>
              <a:rPr lang="en-US" dirty="0" err="1"/>
              <a:t>halutaan</a:t>
            </a:r>
            <a:r>
              <a:rPr lang="en-US" dirty="0"/>
              <a:t> </a:t>
            </a:r>
            <a:r>
              <a:rPr lang="en-US" dirty="0" err="1"/>
              <a:t>muutos</a:t>
            </a:r>
            <a:r>
              <a:rPr lang="en-US" dirty="0"/>
              <a:t> ja </a:t>
            </a:r>
            <a:r>
              <a:rPr lang="en-US" dirty="0" err="1"/>
              <a:t>näyttö</a:t>
            </a:r>
            <a:r>
              <a:rPr lang="en-US" dirty="0"/>
              <a:t> </a:t>
            </a:r>
            <a:r>
              <a:rPr lang="en-US" dirty="0" err="1"/>
              <a:t>siitä</a:t>
            </a:r>
            <a:r>
              <a:rPr lang="en-US" dirty="0"/>
              <a:t>, </a:t>
            </a:r>
            <a:r>
              <a:rPr lang="en-US" dirty="0" err="1"/>
              <a:t>että</a:t>
            </a:r>
            <a:r>
              <a:rPr lang="en-US" dirty="0"/>
              <a:t> se </a:t>
            </a:r>
            <a:r>
              <a:rPr lang="en-US" dirty="0" err="1"/>
              <a:t>toimii</a:t>
            </a:r>
            <a:r>
              <a:rPr lang="en-US" dirty="0"/>
              <a:t>. </a:t>
            </a:r>
            <a:r>
              <a:rPr lang="en-US" dirty="0" err="1"/>
              <a:t>Molemmat</a:t>
            </a:r>
            <a:r>
              <a:rPr lang="en-US" dirty="0"/>
              <a:t> </a:t>
            </a:r>
            <a:r>
              <a:rPr lang="en-US" dirty="0" err="1"/>
              <a:t>käyttötavat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 </a:t>
            </a:r>
            <a:r>
              <a:rPr lang="en-US" dirty="0" err="1"/>
              <a:t>hyödyllisiä</a:t>
            </a:r>
            <a:r>
              <a:rPr lang="en-US" dirty="0"/>
              <a:t>. Ero on </a:t>
            </a:r>
            <a:r>
              <a:rPr lang="en-US" dirty="0" err="1"/>
              <a:t>siinä</a:t>
            </a:r>
            <a:r>
              <a:rPr lang="en-US" dirty="0"/>
              <a:t>, </a:t>
            </a:r>
            <a:r>
              <a:rPr lang="en-US" dirty="0" err="1"/>
              <a:t>mitä</a:t>
            </a:r>
            <a:r>
              <a:rPr lang="en-US" dirty="0"/>
              <a:t> </a:t>
            </a:r>
            <a:r>
              <a:rPr lang="en-US" dirty="0" err="1"/>
              <a:t>odotamme</a:t>
            </a:r>
            <a:r>
              <a:rPr lang="en-US" dirty="0"/>
              <a:t> </a:t>
            </a:r>
            <a:r>
              <a:rPr lang="en-US" dirty="0" err="1"/>
              <a:t>vastaukseksi</a:t>
            </a:r>
            <a:r>
              <a:rPr lang="en-US" dirty="0"/>
              <a:t>. </a:t>
            </a:r>
            <a:r>
              <a:rPr lang="en-US" dirty="0" err="1"/>
              <a:t>Käytännön</a:t>
            </a:r>
            <a:r>
              <a:rPr lang="en-US" dirty="0"/>
              <a:t> </a:t>
            </a:r>
            <a:r>
              <a:rPr lang="en-US" dirty="0" err="1"/>
              <a:t>osassa</a:t>
            </a:r>
            <a:r>
              <a:rPr lang="en-US" dirty="0"/>
              <a:t> </a:t>
            </a:r>
            <a:r>
              <a:rPr lang="en-US" dirty="0" err="1"/>
              <a:t>käymme</a:t>
            </a:r>
            <a:r>
              <a:rPr lang="en-US" dirty="0"/>
              <a:t> </a:t>
            </a:r>
            <a:r>
              <a:rPr lang="en-US" dirty="0" err="1"/>
              <a:t>läpi</a:t>
            </a:r>
            <a:r>
              <a:rPr lang="en-US" dirty="0"/>
              <a:t> </a:t>
            </a:r>
            <a:r>
              <a:rPr lang="en-US" dirty="0" err="1"/>
              <a:t>osoitevirheen</a:t>
            </a:r>
            <a:r>
              <a:rPr lang="en-US" dirty="0"/>
              <a:t> </a:t>
            </a:r>
            <a:r>
              <a:rPr lang="en-US" dirty="0" err="1"/>
              <a:t>samalla</a:t>
            </a:r>
            <a:r>
              <a:rPr lang="en-US" dirty="0"/>
              <a:t> </a:t>
            </a:r>
            <a:r>
              <a:rPr lang="en-US" dirty="0" err="1"/>
              <a:t>periaatteella</a:t>
            </a:r>
            <a:r>
              <a:rPr lang="en-US" dirty="0"/>
              <a:t>. Anna </a:t>
            </a:r>
            <a:r>
              <a:rPr lang="en-US" dirty="0" err="1"/>
              <a:t>tehtävän</a:t>
            </a:r>
            <a:r>
              <a:rPr lang="en-US" dirty="0"/>
              <a:t> </a:t>
            </a:r>
            <a:r>
              <a:rPr lang="en-US" dirty="0" err="1"/>
              <a:t>rajat</a:t>
            </a:r>
            <a:r>
              <a:rPr lang="en-US" dirty="0"/>
              <a:t> ja </a:t>
            </a:r>
            <a:r>
              <a:rPr lang="en-US" dirty="0" err="1"/>
              <a:t>kerro</a:t>
            </a:r>
            <a:r>
              <a:rPr lang="en-US" dirty="0"/>
              <a:t>, </a:t>
            </a:r>
            <a:r>
              <a:rPr lang="en-US" dirty="0" err="1"/>
              <a:t>millainen</a:t>
            </a:r>
            <a:r>
              <a:rPr lang="en-US" dirty="0"/>
              <a:t> </a:t>
            </a:r>
            <a:r>
              <a:rPr lang="en-US" dirty="0" err="1"/>
              <a:t>lopputulos</a:t>
            </a:r>
            <a:r>
              <a:rPr lang="en-US" dirty="0"/>
              <a:t> </a:t>
            </a:r>
            <a:r>
              <a:rPr lang="en-US" dirty="0" err="1"/>
              <a:t>voidaan</a:t>
            </a:r>
            <a:r>
              <a:rPr lang="en-US" dirty="0"/>
              <a:t> </a:t>
            </a:r>
            <a:r>
              <a:rPr lang="en-US" dirty="0" err="1"/>
              <a:t>havaita</a:t>
            </a:r>
            <a:r>
              <a:rPr lang="en-US" dirty="0"/>
              <a:t>. </a:t>
            </a:r>
            <a:r>
              <a:rPr lang="en-US" dirty="0" err="1"/>
              <a:t>Älä</a:t>
            </a:r>
            <a:r>
              <a:rPr lang="en-US" dirty="0"/>
              <a:t> </a:t>
            </a:r>
            <a:r>
              <a:rPr lang="en-US" dirty="0" err="1"/>
              <a:t>vielä</a:t>
            </a:r>
            <a:r>
              <a:rPr lang="en-US" dirty="0"/>
              <a:t> </a:t>
            </a:r>
            <a:r>
              <a:rPr lang="en-US" dirty="0" err="1"/>
              <a:t>avaa</a:t>
            </a:r>
            <a:r>
              <a:rPr lang="en-US" dirty="0"/>
              <a:t> </a:t>
            </a:r>
            <a:r>
              <a:rPr lang="en-US" dirty="0" err="1"/>
              <a:t>jokaista</a:t>
            </a:r>
            <a:r>
              <a:rPr lang="en-US" dirty="0"/>
              <a:t> </a:t>
            </a:r>
            <a:r>
              <a:rPr lang="en-US" dirty="0" err="1"/>
              <a:t>työkalua</a:t>
            </a:r>
            <a:r>
              <a:rPr lang="en-US" dirty="0"/>
              <a:t>. </a:t>
            </a:r>
            <a:r>
              <a:rPr lang="en-US" dirty="0" err="1"/>
              <a:t>Kysy</a:t>
            </a:r>
            <a:r>
              <a:rPr lang="en-US" dirty="0"/>
              <a:t> </a:t>
            </a:r>
            <a:r>
              <a:rPr lang="en-US" dirty="0" err="1"/>
              <a:t>yleisöltä</a:t>
            </a:r>
            <a:r>
              <a:rPr lang="en-US" dirty="0"/>
              <a:t> </a:t>
            </a:r>
            <a:r>
              <a:rPr lang="en-US" dirty="0" err="1"/>
              <a:t>lyhyesti</a:t>
            </a:r>
            <a:r>
              <a:rPr lang="en-US" dirty="0"/>
              <a:t>, </a:t>
            </a:r>
            <a:r>
              <a:rPr lang="en-US" dirty="0" err="1"/>
              <a:t>kumman</a:t>
            </a:r>
            <a:r>
              <a:rPr lang="en-US" dirty="0"/>
              <a:t> </a:t>
            </a:r>
            <a:r>
              <a:rPr lang="en-US" dirty="0" err="1"/>
              <a:t>tyyppisiä</a:t>
            </a:r>
            <a:r>
              <a:rPr lang="en-US" dirty="0"/>
              <a:t> </a:t>
            </a:r>
            <a:r>
              <a:rPr lang="en-US" dirty="0" err="1"/>
              <a:t>pyyntöjä</a:t>
            </a:r>
            <a:r>
              <a:rPr lang="en-US" dirty="0"/>
              <a:t> he </a:t>
            </a:r>
            <a:r>
              <a:rPr lang="en-US" dirty="0" err="1"/>
              <a:t>tekevät</a:t>
            </a:r>
            <a:r>
              <a:rPr lang="en-US" dirty="0"/>
              <a:t> </a:t>
            </a:r>
            <a:r>
              <a:rPr lang="en-US" dirty="0" err="1"/>
              <a:t>useammin</a:t>
            </a:r>
            <a:r>
              <a:rPr lang="en-US" dirty="0"/>
              <a:t>. 05:00 SIIRRY SELAIMEEN: https://</a:t>
            </a:r>
            <a:r>
              <a:rPr lang="en-US" dirty="0" err="1"/>
              <a:t>gallup.koodattu.dev</a:t>
            </a:r>
            <a:r>
              <a:rPr lang="en-US" dirty="0"/>
              <a:t>. Varaa </a:t>
            </a:r>
            <a:r>
              <a:rPr lang="en-US" dirty="0" err="1"/>
              <a:t>alkugallupiin</a:t>
            </a:r>
            <a:r>
              <a:rPr lang="en-US" dirty="0"/>
              <a:t> 10 </a:t>
            </a:r>
            <a:r>
              <a:rPr lang="en-US" dirty="0" err="1"/>
              <a:t>minuuttia</a:t>
            </a:r>
            <a:r>
              <a:rPr lang="en-US" dirty="0"/>
              <a:t>. Käsittele </a:t>
            </a:r>
            <a:r>
              <a:rPr lang="en-US" dirty="0" err="1"/>
              <a:t>aidot</a:t>
            </a:r>
            <a:r>
              <a:rPr lang="en-US" dirty="0"/>
              <a:t> </a:t>
            </a:r>
            <a:r>
              <a:rPr lang="en-US" dirty="0" err="1"/>
              <a:t>vastaukset</a:t>
            </a:r>
            <a:r>
              <a:rPr lang="en-US" dirty="0"/>
              <a:t>, </a:t>
            </a:r>
            <a:r>
              <a:rPr lang="en-US" dirty="0" err="1"/>
              <a:t>älä</a:t>
            </a:r>
            <a:r>
              <a:rPr lang="en-US" dirty="0"/>
              <a:t> </a:t>
            </a:r>
            <a:r>
              <a:rPr lang="en-US" dirty="0" err="1"/>
              <a:t>ennakoi</a:t>
            </a:r>
            <a:r>
              <a:rPr lang="en-US" dirty="0"/>
              <a:t> </a:t>
            </a:r>
            <a:r>
              <a:rPr lang="en-US" dirty="0" err="1"/>
              <a:t>tulosta</a:t>
            </a:r>
            <a:r>
              <a:rPr lang="en-US" dirty="0"/>
              <a:t>. </a:t>
            </a:r>
            <a:r>
              <a:rPr lang="en-US" dirty="0" err="1"/>
              <a:t>PowerPointissa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ole </a:t>
            </a:r>
            <a:r>
              <a:rPr lang="en-US" dirty="0" err="1"/>
              <a:t>gallupkysymyksiä</a:t>
            </a:r>
            <a:r>
              <a:rPr lang="en-US" dirty="0"/>
              <a:t>. </a:t>
            </a:r>
            <a:r>
              <a:rPr lang="en-US" dirty="0" err="1"/>
              <a:t>Palaa</a:t>
            </a:r>
            <a:r>
              <a:rPr lang="en-US" dirty="0"/>
              <a:t> </a:t>
            </a:r>
            <a:r>
              <a:rPr lang="en-US" dirty="0" err="1"/>
              <a:t>diaan</a:t>
            </a:r>
            <a:r>
              <a:rPr lang="en-US" dirty="0"/>
              <a:t> 3 </a:t>
            </a:r>
            <a:r>
              <a:rPr lang="en-US" dirty="0" err="1"/>
              <a:t>ajassa</a:t>
            </a:r>
            <a:r>
              <a:rPr lang="en-US" dirty="0"/>
              <a:t> 15:00. </a:t>
            </a:r>
            <a:r>
              <a:rPr lang="en-US" dirty="0" err="1"/>
              <a:t>Lähteet</a:t>
            </a:r>
            <a:r>
              <a:rPr lang="en-US" dirty="0"/>
              <a:t>: https://</a:t>
            </a:r>
            <a:r>
              <a:rPr lang="en-US" dirty="0" err="1"/>
              <a:t>learn.chatgpt.com</a:t>
            </a:r>
            <a:r>
              <a:rPr lang="en-US" dirty="0"/>
              <a:t>/docs/prompting ; https://</a:t>
            </a:r>
            <a:r>
              <a:rPr lang="en-US" dirty="0" err="1"/>
              <a:t>code.claude.com</a:t>
            </a:r>
            <a:r>
              <a:rPr lang="en-US" dirty="0"/>
              <a:t>/docs/</a:t>
            </a:r>
            <a:r>
              <a:rPr lang="en-US" dirty="0" err="1"/>
              <a:t>en</a:t>
            </a:r>
            <a:r>
              <a:rPr lang="en-US" dirty="0"/>
              <a:t>/best-practices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76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15:00–17:00 · </a:t>
            </a:r>
            <a:r>
              <a:rPr lang="en-US" dirty="0" err="1"/>
              <a:t>Toteutus</a:t>
            </a:r>
            <a:r>
              <a:rPr lang="en-US" dirty="0"/>
              <a:t> on </a:t>
            </a:r>
            <a:r>
              <a:rPr lang="en-US" dirty="0" err="1"/>
              <a:t>yksi</a:t>
            </a:r>
            <a:r>
              <a:rPr lang="en-US" dirty="0"/>
              <a:t> </a:t>
            </a:r>
            <a:r>
              <a:rPr lang="en-US" dirty="0" err="1"/>
              <a:t>osa</a:t>
            </a:r>
            <a:r>
              <a:rPr lang="en-US" dirty="0"/>
              <a:t> </a:t>
            </a:r>
            <a:r>
              <a:rPr lang="en-US" dirty="0" err="1"/>
              <a:t>kehittämistä</a:t>
            </a:r>
            <a:r>
              <a:rPr lang="en-US" dirty="0"/>
              <a:t>. </a:t>
            </a:r>
            <a:r>
              <a:rPr lang="en-US" dirty="0" err="1"/>
              <a:t>Käy</a:t>
            </a:r>
            <a:r>
              <a:rPr lang="en-US" dirty="0"/>
              <a:t> </a:t>
            </a:r>
            <a:r>
              <a:rPr lang="en-US" dirty="0" err="1"/>
              <a:t>neljä</a:t>
            </a:r>
            <a:r>
              <a:rPr lang="en-US" dirty="0"/>
              <a:t> </a:t>
            </a:r>
            <a:r>
              <a:rPr lang="en-US" dirty="0" err="1"/>
              <a:t>aluetta</a:t>
            </a:r>
            <a:r>
              <a:rPr lang="en-US" dirty="0"/>
              <a:t> </a:t>
            </a:r>
            <a:r>
              <a:rPr lang="en-US" dirty="0" err="1"/>
              <a:t>läpi</a:t>
            </a:r>
            <a:r>
              <a:rPr lang="en-US" dirty="0"/>
              <a:t> </a:t>
            </a:r>
            <a:r>
              <a:rPr lang="en-US" dirty="0" err="1"/>
              <a:t>arkisesti</a:t>
            </a:r>
            <a:r>
              <a:rPr lang="en-US" dirty="0"/>
              <a:t>: </a:t>
            </a:r>
            <a:r>
              <a:rPr lang="en-US" dirty="0" err="1"/>
              <a:t>tarve</a:t>
            </a:r>
            <a:r>
              <a:rPr lang="en-US" dirty="0"/>
              <a:t>, </a:t>
            </a:r>
            <a:r>
              <a:rPr lang="en-US" dirty="0" err="1"/>
              <a:t>ymmärrys</a:t>
            </a:r>
            <a:r>
              <a:rPr lang="en-US" dirty="0"/>
              <a:t>, </a:t>
            </a:r>
            <a:r>
              <a:rPr lang="en-US" dirty="0" err="1"/>
              <a:t>toteutus</a:t>
            </a:r>
            <a:r>
              <a:rPr lang="en-US" dirty="0"/>
              <a:t> ja </a:t>
            </a:r>
            <a:r>
              <a:rPr lang="en-US" dirty="0" err="1"/>
              <a:t>ylläpito</a:t>
            </a:r>
            <a:r>
              <a:rPr lang="en-US" dirty="0"/>
              <a:t>. </a:t>
            </a:r>
            <a:r>
              <a:rPr lang="en-US" dirty="0" err="1"/>
              <a:t>Käyttäjän</a:t>
            </a:r>
            <a:r>
              <a:rPr lang="en-US" dirty="0"/>
              <a:t> </a:t>
            </a:r>
            <a:r>
              <a:rPr lang="en-US" dirty="0" err="1"/>
              <a:t>oikean</a:t>
            </a:r>
            <a:r>
              <a:rPr lang="en-US" dirty="0"/>
              <a:t> </a:t>
            </a:r>
            <a:r>
              <a:rPr lang="en-US" dirty="0" err="1"/>
              <a:t>ongelman</a:t>
            </a:r>
            <a:r>
              <a:rPr lang="en-US" dirty="0"/>
              <a:t> </a:t>
            </a:r>
            <a:r>
              <a:rPr lang="en-US" dirty="0" err="1"/>
              <a:t>löytäminen</a:t>
            </a:r>
            <a:r>
              <a:rPr lang="en-US" dirty="0"/>
              <a:t>, </a:t>
            </a:r>
            <a:r>
              <a:rPr lang="en-US" dirty="0" err="1"/>
              <a:t>järjestelmän</a:t>
            </a:r>
            <a:r>
              <a:rPr lang="en-US" dirty="0"/>
              <a:t> </a:t>
            </a:r>
            <a:r>
              <a:rPr lang="en-US" dirty="0" err="1"/>
              <a:t>käsitteiden</a:t>
            </a:r>
            <a:r>
              <a:rPr lang="en-US" dirty="0"/>
              <a:t> </a:t>
            </a:r>
            <a:r>
              <a:rPr lang="en-US" dirty="0" err="1"/>
              <a:t>ymmärtäminen</a:t>
            </a:r>
            <a:r>
              <a:rPr lang="en-US" dirty="0"/>
              <a:t> ja </a:t>
            </a:r>
            <a:r>
              <a:rPr lang="en-US" dirty="0" err="1"/>
              <a:t>muutoksen</a:t>
            </a:r>
            <a:r>
              <a:rPr lang="en-US" dirty="0"/>
              <a:t> </a:t>
            </a:r>
            <a:r>
              <a:rPr lang="en-US" dirty="0" err="1"/>
              <a:t>sovittaminen</a:t>
            </a:r>
            <a:r>
              <a:rPr lang="en-US" dirty="0"/>
              <a:t> </a:t>
            </a:r>
            <a:r>
              <a:rPr lang="en-US" dirty="0" err="1"/>
              <a:t>olemassa</a:t>
            </a:r>
            <a:r>
              <a:rPr lang="en-US" dirty="0"/>
              <a:t> </a:t>
            </a:r>
            <a:r>
              <a:rPr lang="en-US" dirty="0" err="1"/>
              <a:t>olevaan</a:t>
            </a:r>
            <a:r>
              <a:rPr lang="en-US" dirty="0"/>
              <a:t> </a:t>
            </a:r>
            <a:r>
              <a:rPr lang="en-US" dirty="0" err="1"/>
              <a:t>ympäristöön</a:t>
            </a:r>
            <a:r>
              <a:rPr lang="en-US" dirty="0"/>
              <a:t> </a:t>
            </a:r>
            <a:r>
              <a:rPr lang="en-US" dirty="0" err="1"/>
              <a:t>eivät</a:t>
            </a:r>
            <a:r>
              <a:rPr lang="en-US" dirty="0"/>
              <a:t> </a:t>
            </a:r>
            <a:r>
              <a:rPr lang="en-US" dirty="0" err="1"/>
              <a:t>katoa</a:t>
            </a:r>
            <a:r>
              <a:rPr lang="en-US" dirty="0"/>
              <a:t>. AI </a:t>
            </a:r>
            <a:r>
              <a:rPr lang="en-US" dirty="0" err="1"/>
              <a:t>voi</a:t>
            </a:r>
            <a:r>
              <a:rPr lang="en-US" dirty="0"/>
              <a:t> </a:t>
            </a:r>
            <a:r>
              <a:rPr lang="en-US" dirty="0" err="1"/>
              <a:t>auttaa</a:t>
            </a:r>
            <a:r>
              <a:rPr lang="en-US" dirty="0"/>
              <a:t> </a:t>
            </a:r>
            <a:r>
              <a:rPr lang="en-US" dirty="0" err="1"/>
              <a:t>kaikissa</a:t>
            </a:r>
            <a:r>
              <a:rPr lang="en-US" dirty="0"/>
              <a:t> </a:t>
            </a:r>
            <a:r>
              <a:rPr lang="en-US" dirty="0" err="1"/>
              <a:t>vaiheissa</a:t>
            </a:r>
            <a:r>
              <a:rPr lang="en-US" dirty="0"/>
              <a:t>, </a:t>
            </a:r>
            <a:r>
              <a:rPr lang="en-US" dirty="0" err="1"/>
              <a:t>mutta</a:t>
            </a:r>
            <a:r>
              <a:rPr lang="en-US" dirty="0"/>
              <a:t> </a:t>
            </a:r>
            <a:r>
              <a:rPr lang="en-US" dirty="0" err="1"/>
              <a:t>valmiin</a:t>
            </a:r>
            <a:r>
              <a:rPr lang="en-US" dirty="0"/>
              <a:t> </a:t>
            </a:r>
            <a:r>
              <a:rPr lang="en-US" dirty="0" err="1"/>
              <a:t>näköinen</a:t>
            </a:r>
            <a:r>
              <a:rPr lang="en-US" dirty="0"/>
              <a:t> </a:t>
            </a:r>
            <a:r>
              <a:rPr lang="en-US" dirty="0" err="1"/>
              <a:t>koodi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yksin</a:t>
            </a:r>
            <a:r>
              <a:rPr lang="en-US" dirty="0"/>
              <a:t> </a:t>
            </a:r>
            <a:r>
              <a:rPr lang="en-US" dirty="0" err="1"/>
              <a:t>osoita</a:t>
            </a:r>
            <a:r>
              <a:rPr lang="en-US" dirty="0"/>
              <a:t>, </a:t>
            </a:r>
            <a:r>
              <a:rPr lang="en-US" dirty="0" err="1"/>
              <a:t>että</a:t>
            </a:r>
            <a:r>
              <a:rPr lang="en-US" dirty="0"/>
              <a:t> </a:t>
            </a:r>
            <a:r>
              <a:rPr lang="en-US" dirty="0" err="1"/>
              <a:t>ymmärrys</a:t>
            </a:r>
            <a:r>
              <a:rPr lang="en-US" dirty="0"/>
              <a:t> tai </a:t>
            </a:r>
            <a:r>
              <a:rPr lang="en-US" dirty="0" err="1"/>
              <a:t>hyöty</a:t>
            </a:r>
            <a:r>
              <a:rPr lang="en-US" dirty="0"/>
              <a:t> on </a:t>
            </a:r>
            <a:r>
              <a:rPr lang="en-US" dirty="0" err="1"/>
              <a:t>syntynyt</a:t>
            </a:r>
            <a:r>
              <a:rPr lang="en-US" dirty="0"/>
              <a:t>. </a:t>
            </a:r>
            <a:r>
              <a:rPr lang="en-US" dirty="0" err="1"/>
              <a:t>Brooksin</a:t>
            </a:r>
            <a:r>
              <a:rPr lang="en-US" dirty="0"/>
              <a:t> ja </a:t>
            </a:r>
            <a:r>
              <a:rPr lang="en-US" dirty="0" err="1"/>
              <a:t>Naurin</a:t>
            </a:r>
            <a:r>
              <a:rPr lang="en-US" dirty="0"/>
              <a:t> </a:t>
            </a:r>
            <a:r>
              <a:rPr lang="en-US" dirty="0" err="1"/>
              <a:t>klassiset</a:t>
            </a:r>
            <a:r>
              <a:rPr lang="en-US" dirty="0"/>
              <a:t> </a:t>
            </a:r>
            <a:r>
              <a:rPr lang="en-US" dirty="0" err="1"/>
              <a:t>tekstit</a:t>
            </a:r>
            <a:r>
              <a:rPr lang="en-US" dirty="0"/>
              <a:t> </a:t>
            </a:r>
            <a:r>
              <a:rPr lang="en-US" dirty="0" err="1"/>
              <a:t>antavat</a:t>
            </a:r>
            <a:r>
              <a:rPr lang="en-US" dirty="0"/>
              <a:t> </a:t>
            </a:r>
            <a:r>
              <a:rPr lang="en-US" dirty="0" err="1"/>
              <a:t>tälle</a:t>
            </a:r>
            <a:r>
              <a:rPr lang="en-US" dirty="0"/>
              <a:t> </a:t>
            </a:r>
            <a:r>
              <a:rPr lang="en-US" dirty="0" err="1"/>
              <a:t>taustan</a:t>
            </a:r>
            <a:r>
              <a:rPr lang="en-US" dirty="0"/>
              <a:t>; </a:t>
            </a:r>
            <a:r>
              <a:rPr lang="en-US" dirty="0" err="1"/>
              <a:t>niitä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käytetä</a:t>
            </a:r>
            <a:r>
              <a:rPr lang="en-US" dirty="0"/>
              <a:t> </a:t>
            </a:r>
            <a:r>
              <a:rPr lang="en-US" dirty="0" err="1"/>
              <a:t>empiirisenä</a:t>
            </a:r>
            <a:r>
              <a:rPr lang="en-US" dirty="0"/>
              <a:t> </a:t>
            </a:r>
            <a:r>
              <a:rPr lang="en-US" dirty="0" err="1"/>
              <a:t>mittauksena</a:t>
            </a:r>
            <a:r>
              <a:rPr lang="en-US" dirty="0"/>
              <a:t> </a:t>
            </a:r>
            <a:r>
              <a:rPr lang="en-US" dirty="0" err="1"/>
              <a:t>vuoden</a:t>
            </a:r>
            <a:r>
              <a:rPr lang="en-US" dirty="0"/>
              <a:t> 2026 </a:t>
            </a:r>
            <a:r>
              <a:rPr lang="en-US" dirty="0" err="1"/>
              <a:t>työkaluista</a:t>
            </a:r>
            <a:r>
              <a:rPr lang="en-US" dirty="0"/>
              <a:t>. </a:t>
            </a:r>
            <a:r>
              <a:rPr lang="en-US" dirty="0" err="1"/>
              <a:t>Kysy</a:t>
            </a:r>
            <a:r>
              <a:rPr lang="en-US" dirty="0"/>
              <a:t>: </a:t>
            </a:r>
            <a:r>
              <a:rPr lang="en-US" dirty="0" err="1"/>
              <a:t>missä</a:t>
            </a:r>
            <a:r>
              <a:rPr lang="en-US" dirty="0"/>
              <a:t> </a:t>
            </a:r>
            <a:r>
              <a:rPr lang="en-US" dirty="0" err="1"/>
              <a:t>näistä</a:t>
            </a:r>
            <a:r>
              <a:rPr lang="en-US" dirty="0"/>
              <a:t> </a:t>
            </a:r>
            <a:r>
              <a:rPr lang="en-US" dirty="0" err="1"/>
              <a:t>teillä</a:t>
            </a:r>
            <a:r>
              <a:rPr lang="en-US" dirty="0"/>
              <a:t> </a:t>
            </a:r>
            <a:r>
              <a:rPr lang="en-US" dirty="0" err="1"/>
              <a:t>odotetaan</a:t>
            </a:r>
            <a:r>
              <a:rPr lang="en-US" dirty="0"/>
              <a:t> </a:t>
            </a:r>
            <a:r>
              <a:rPr lang="en-US" dirty="0" err="1"/>
              <a:t>eniten</a:t>
            </a:r>
            <a:r>
              <a:rPr lang="en-US" dirty="0"/>
              <a:t>? </a:t>
            </a:r>
            <a:r>
              <a:rPr lang="en-US" dirty="0" err="1"/>
              <a:t>Siirry</a:t>
            </a:r>
            <a:r>
              <a:rPr lang="en-US" dirty="0"/>
              <a:t> </a:t>
            </a:r>
            <a:r>
              <a:rPr lang="en-US" dirty="0" err="1"/>
              <a:t>seuraavaksi</a:t>
            </a:r>
            <a:r>
              <a:rPr lang="en-US" dirty="0"/>
              <a:t> </a:t>
            </a:r>
            <a:r>
              <a:rPr lang="en-US" dirty="0" err="1"/>
              <a:t>esimerkkiin</a:t>
            </a:r>
            <a:r>
              <a:rPr lang="en-US" dirty="0"/>
              <a:t> </a:t>
            </a:r>
            <a:r>
              <a:rPr lang="en-US" dirty="0" err="1"/>
              <a:t>siitä</a:t>
            </a:r>
            <a:r>
              <a:rPr lang="en-US" dirty="0"/>
              <a:t>, </a:t>
            </a:r>
            <a:r>
              <a:rPr lang="en-US" dirty="0" err="1"/>
              <a:t>kuinka</a:t>
            </a:r>
            <a:r>
              <a:rPr lang="en-US" dirty="0"/>
              <a:t> </a:t>
            </a:r>
            <a:r>
              <a:rPr lang="en-US" dirty="0" err="1"/>
              <a:t>pitkälle</a:t>
            </a:r>
            <a:r>
              <a:rPr lang="en-US" dirty="0"/>
              <a:t> </a:t>
            </a:r>
            <a:r>
              <a:rPr lang="en-US" dirty="0" err="1"/>
              <a:t>rajattu</a:t>
            </a:r>
            <a:r>
              <a:rPr lang="en-US" dirty="0"/>
              <a:t> </a:t>
            </a:r>
            <a:r>
              <a:rPr lang="en-US" dirty="0" err="1"/>
              <a:t>toteutustehtävä</a:t>
            </a:r>
            <a:r>
              <a:rPr lang="en-US" dirty="0"/>
              <a:t> </a:t>
            </a:r>
            <a:r>
              <a:rPr lang="en-US" dirty="0" err="1"/>
              <a:t>voi</a:t>
            </a:r>
            <a:r>
              <a:rPr lang="en-US" dirty="0"/>
              <a:t> jo </a:t>
            </a:r>
            <a:r>
              <a:rPr lang="en-US" dirty="0" err="1"/>
              <a:t>edetä</a:t>
            </a:r>
            <a:r>
              <a:rPr lang="en-US" dirty="0"/>
              <a:t>. </a:t>
            </a:r>
            <a:r>
              <a:rPr lang="en-US" dirty="0" err="1"/>
              <a:t>Lähteet</a:t>
            </a:r>
            <a:r>
              <a:rPr lang="en-US" dirty="0"/>
              <a:t>: Fred Brooks, No Silver Bullet (1987); Peter Naur, Programming as Theory Building (1985). </a:t>
            </a:r>
            <a:r>
              <a:rPr lang="en-US" dirty="0" err="1"/>
              <a:t>Tarkemmat</a:t>
            </a:r>
            <a:r>
              <a:rPr lang="en-US" dirty="0"/>
              <a:t> </a:t>
            </a:r>
            <a:r>
              <a:rPr lang="en-US" dirty="0" err="1"/>
              <a:t>bibliografiset</a:t>
            </a:r>
            <a:r>
              <a:rPr lang="en-US" dirty="0"/>
              <a:t> </a:t>
            </a:r>
            <a:r>
              <a:rPr lang="en-US" dirty="0" err="1"/>
              <a:t>lähteet</a:t>
            </a:r>
            <a:r>
              <a:rPr lang="en-US" dirty="0"/>
              <a:t> </a:t>
            </a:r>
            <a:r>
              <a:rPr lang="en-US" dirty="0" err="1"/>
              <a:t>projektin</a:t>
            </a:r>
            <a:r>
              <a:rPr lang="en-US" dirty="0"/>
              <a:t> </a:t>
            </a:r>
            <a:r>
              <a:rPr lang="en-US" dirty="0" err="1"/>
              <a:t>lähdeaineistossa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58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17:00–20:00 · </a:t>
            </a:r>
            <a:r>
              <a:rPr lang="en-US" dirty="0" err="1"/>
              <a:t>MirrorCode</a:t>
            </a:r>
            <a:r>
              <a:rPr lang="en-US" dirty="0"/>
              <a:t>. </a:t>
            </a:r>
            <a:r>
              <a:rPr lang="en-US" dirty="0" err="1"/>
              <a:t>Selitä</a:t>
            </a:r>
            <a:r>
              <a:rPr lang="en-US" dirty="0"/>
              <a:t> </a:t>
            </a:r>
            <a:r>
              <a:rPr lang="en-US" dirty="0" err="1"/>
              <a:t>ketju</a:t>
            </a:r>
            <a:r>
              <a:rPr lang="en-US" dirty="0"/>
              <a:t>: </a:t>
            </a:r>
            <a:r>
              <a:rPr lang="en-US" dirty="0" err="1"/>
              <a:t>vertailtava</a:t>
            </a:r>
            <a:r>
              <a:rPr lang="en-US" dirty="0"/>
              <a:t> </a:t>
            </a:r>
            <a:r>
              <a:rPr lang="en-US" dirty="0" err="1"/>
              <a:t>ohjelma</a:t>
            </a:r>
            <a:r>
              <a:rPr lang="en-US" dirty="0"/>
              <a:t> tai </a:t>
            </a:r>
            <a:r>
              <a:rPr lang="en-US" dirty="0" err="1"/>
              <a:t>käyttäytyminen</a:t>
            </a:r>
            <a:r>
              <a:rPr lang="en-US" dirty="0"/>
              <a:t>, </a:t>
            </a:r>
            <a:r>
              <a:rPr lang="en-US" dirty="0" err="1"/>
              <a:t>agentin</a:t>
            </a:r>
            <a:r>
              <a:rPr lang="en-US" dirty="0"/>
              <a:t> </a:t>
            </a:r>
            <a:r>
              <a:rPr lang="en-US" dirty="0" err="1"/>
              <a:t>tekemä</a:t>
            </a:r>
            <a:r>
              <a:rPr lang="en-US" dirty="0"/>
              <a:t> </a:t>
            </a:r>
            <a:r>
              <a:rPr lang="en-US" dirty="0" err="1"/>
              <a:t>toteutus</a:t>
            </a:r>
            <a:r>
              <a:rPr lang="en-US" dirty="0"/>
              <a:t>, ja </a:t>
            </a:r>
            <a:r>
              <a:rPr lang="en-US" dirty="0" err="1"/>
              <a:t>erillinen</a:t>
            </a:r>
            <a:r>
              <a:rPr lang="en-US" dirty="0"/>
              <a:t> </a:t>
            </a:r>
            <a:r>
              <a:rPr lang="en-US" dirty="0" err="1"/>
              <a:t>vertailu</a:t>
            </a:r>
            <a:r>
              <a:rPr lang="en-US" dirty="0"/>
              <a:t> tai </a:t>
            </a:r>
            <a:r>
              <a:rPr lang="en-US" dirty="0" err="1"/>
              <a:t>testaus</a:t>
            </a:r>
            <a:r>
              <a:rPr lang="en-US" dirty="0"/>
              <a:t>. Epochin </a:t>
            </a:r>
            <a:r>
              <a:rPr lang="en-US" dirty="0" err="1"/>
              <a:t>alustavat</a:t>
            </a:r>
            <a:r>
              <a:rPr lang="en-US" dirty="0"/>
              <a:t> </a:t>
            </a:r>
            <a:r>
              <a:rPr lang="en-US" dirty="0" err="1"/>
              <a:t>tulokset</a:t>
            </a:r>
            <a:r>
              <a:rPr lang="en-US" dirty="0"/>
              <a:t> </a:t>
            </a:r>
            <a:r>
              <a:rPr lang="en-US" dirty="0" err="1"/>
              <a:t>havainnollistavat</a:t>
            </a:r>
            <a:r>
              <a:rPr lang="en-US" dirty="0"/>
              <a:t>, </a:t>
            </a:r>
            <a:r>
              <a:rPr lang="en-US" dirty="0" err="1"/>
              <a:t>kuinka</a:t>
            </a:r>
            <a:r>
              <a:rPr lang="en-US" dirty="0"/>
              <a:t> </a:t>
            </a:r>
            <a:r>
              <a:rPr lang="en-US" dirty="0" err="1"/>
              <a:t>laajoja</a:t>
            </a:r>
            <a:r>
              <a:rPr lang="en-US" dirty="0"/>
              <a:t> </a:t>
            </a:r>
            <a:r>
              <a:rPr lang="en-US" dirty="0" err="1"/>
              <a:t>mutta</a:t>
            </a:r>
            <a:r>
              <a:rPr lang="en-US" dirty="0"/>
              <a:t> </a:t>
            </a:r>
            <a:r>
              <a:rPr lang="en-US" dirty="0" err="1"/>
              <a:t>rajattuja</a:t>
            </a:r>
            <a:r>
              <a:rPr lang="en-US" dirty="0"/>
              <a:t> </a:t>
            </a:r>
            <a:r>
              <a:rPr lang="en-US" dirty="0" err="1"/>
              <a:t>toteutustehtäviä</a:t>
            </a:r>
            <a:r>
              <a:rPr lang="en-US" dirty="0"/>
              <a:t> </a:t>
            </a:r>
            <a:r>
              <a:rPr lang="en-US" dirty="0" err="1"/>
              <a:t>agentit</a:t>
            </a:r>
            <a:r>
              <a:rPr lang="en-US" dirty="0"/>
              <a:t> </a:t>
            </a:r>
            <a:r>
              <a:rPr lang="en-US" dirty="0" err="1"/>
              <a:t>voivat</a:t>
            </a:r>
            <a:r>
              <a:rPr lang="en-US" dirty="0"/>
              <a:t> </a:t>
            </a:r>
            <a:r>
              <a:rPr lang="en-US" dirty="0" err="1"/>
              <a:t>tehdä</a:t>
            </a:r>
            <a:r>
              <a:rPr lang="en-US" dirty="0"/>
              <a:t>. </a:t>
            </a:r>
            <a:r>
              <a:rPr lang="en-US" dirty="0" err="1"/>
              <a:t>Säilytä</a:t>
            </a:r>
            <a:r>
              <a:rPr lang="en-US" dirty="0"/>
              <a:t> </a:t>
            </a:r>
            <a:r>
              <a:rPr lang="en-US" dirty="0" err="1"/>
              <a:t>rajaus</a:t>
            </a:r>
            <a:r>
              <a:rPr lang="en-US" dirty="0"/>
              <a:t>: </a:t>
            </a:r>
            <a:r>
              <a:rPr lang="en-US" dirty="0" err="1"/>
              <a:t>kyse</a:t>
            </a:r>
            <a:r>
              <a:rPr lang="en-US" dirty="0"/>
              <a:t> on </a:t>
            </a:r>
            <a:r>
              <a:rPr lang="en-US" dirty="0" err="1"/>
              <a:t>valitusta</a:t>
            </a:r>
            <a:r>
              <a:rPr lang="en-US" dirty="0"/>
              <a:t> </a:t>
            </a:r>
            <a:r>
              <a:rPr lang="en-US" dirty="0" err="1"/>
              <a:t>toiminnallisuudesta</a:t>
            </a:r>
            <a:r>
              <a:rPr lang="en-US" dirty="0"/>
              <a:t> ja </a:t>
            </a:r>
            <a:r>
              <a:rPr lang="en-US" dirty="0" err="1"/>
              <a:t>tutkimuksen</a:t>
            </a:r>
            <a:r>
              <a:rPr lang="en-US" dirty="0"/>
              <a:t> </a:t>
            </a:r>
            <a:r>
              <a:rPr lang="en-US" dirty="0" err="1"/>
              <a:t>arviointiympäristöstä</a:t>
            </a:r>
            <a:r>
              <a:rPr lang="en-US" dirty="0"/>
              <a:t>. </a:t>
            </a:r>
            <a:r>
              <a:rPr lang="en-US" dirty="0" err="1"/>
              <a:t>Älä</a:t>
            </a:r>
            <a:r>
              <a:rPr lang="en-US" dirty="0"/>
              <a:t> </a:t>
            </a:r>
            <a:r>
              <a:rPr lang="en-US" dirty="0" err="1"/>
              <a:t>väitä</a:t>
            </a:r>
            <a:r>
              <a:rPr lang="en-US" dirty="0"/>
              <a:t>, </a:t>
            </a:r>
            <a:r>
              <a:rPr lang="en-US" dirty="0" err="1"/>
              <a:t>että</a:t>
            </a:r>
            <a:r>
              <a:rPr lang="en-US" dirty="0"/>
              <a:t> </a:t>
            </a:r>
            <a:r>
              <a:rPr lang="en-US" dirty="0" err="1"/>
              <a:t>kokonaisen</a:t>
            </a:r>
            <a:r>
              <a:rPr lang="en-US" dirty="0"/>
              <a:t> </a:t>
            </a:r>
            <a:r>
              <a:rPr lang="en-US" dirty="0" err="1"/>
              <a:t>tuotteen</a:t>
            </a:r>
            <a:r>
              <a:rPr lang="en-US" dirty="0"/>
              <a:t> </a:t>
            </a:r>
            <a:r>
              <a:rPr lang="en-US" dirty="0" err="1"/>
              <a:t>asiakastarve</a:t>
            </a:r>
            <a:r>
              <a:rPr lang="en-US" dirty="0"/>
              <a:t>, </a:t>
            </a:r>
            <a:r>
              <a:rPr lang="en-US" dirty="0" err="1"/>
              <a:t>julkaisu</a:t>
            </a:r>
            <a:r>
              <a:rPr lang="en-US" dirty="0"/>
              <a:t>, </a:t>
            </a:r>
            <a:r>
              <a:rPr lang="en-US" dirty="0" err="1"/>
              <a:t>tuki</a:t>
            </a:r>
            <a:r>
              <a:rPr lang="en-US" dirty="0"/>
              <a:t> ja </a:t>
            </a:r>
            <a:r>
              <a:rPr lang="en-US" dirty="0" err="1"/>
              <a:t>ylläpito</a:t>
            </a:r>
            <a:r>
              <a:rPr lang="en-US" dirty="0"/>
              <a:t> </a:t>
            </a:r>
            <a:r>
              <a:rPr lang="en-US" dirty="0" err="1"/>
              <a:t>hoituisivat</a:t>
            </a:r>
            <a:r>
              <a:rPr lang="en-US" dirty="0"/>
              <a:t> </a:t>
            </a:r>
            <a:r>
              <a:rPr lang="en-US" dirty="0" err="1"/>
              <a:t>samalla</a:t>
            </a:r>
            <a:r>
              <a:rPr lang="en-US" dirty="0"/>
              <a:t> </a:t>
            </a:r>
            <a:r>
              <a:rPr lang="en-US" dirty="0" err="1"/>
              <a:t>tavalla</a:t>
            </a:r>
            <a:r>
              <a:rPr lang="en-US" dirty="0"/>
              <a:t> </a:t>
            </a:r>
            <a:r>
              <a:rPr lang="en-US" dirty="0" err="1"/>
              <a:t>automaattisesti</a:t>
            </a:r>
            <a:r>
              <a:rPr lang="en-US" dirty="0"/>
              <a:t>. </a:t>
            </a:r>
            <a:r>
              <a:rPr lang="en-US" dirty="0" err="1"/>
              <a:t>Kuvion</a:t>
            </a:r>
            <a:r>
              <a:rPr lang="en-US" dirty="0"/>
              <a:t> </a:t>
            </a:r>
            <a:r>
              <a:rPr lang="en-US" dirty="0" err="1"/>
              <a:t>tasakokoiset</a:t>
            </a:r>
            <a:r>
              <a:rPr lang="en-US" dirty="0"/>
              <a:t> </a:t>
            </a:r>
            <a:r>
              <a:rPr lang="en-US" dirty="0" err="1"/>
              <a:t>vaiheet</a:t>
            </a:r>
            <a:r>
              <a:rPr lang="en-US" dirty="0"/>
              <a:t> </a:t>
            </a:r>
            <a:r>
              <a:rPr lang="en-US" dirty="0" err="1"/>
              <a:t>eivät</a:t>
            </a:r>
            <a:r>
              <a:rPr lang="en-US" dirty="0"/>
              <a:t> </a:t>
            </a:r>
            <a:r>
              <a:rPr lang="en-US" dirty="0" err="1"/>
              <a:t>esitä</a:t>
            </a:r>
            <a:r>
              <a:rPr lang="en-US" dirty="0"/>
              <a:t> </a:t>
            </a:r>
            <a:r>
              <a:rPr lang="en-US" dirty="0" err="1"/>
              <a:t>ajankäyttöä</a:t>
            </a:r>
            <a:r>
              <a:rPr lang="en-US" dirty="0"/>
              <a:t>. Yleisölle </a:t>
            </a:r>
            <a:r>
              <a:rPr lang="en-US" dirty="0" err="1"/>
              <a:t>tärkeä</a:t>
            </a:r>
            <a:r>
              <a:rPr lang="en-US" dirty="0"/>
              <a:t> </a:t>
            </a:r>
            <a:r>
              <a:rPr lang="en-US" dirty="0" err="1"/>
              <a:t>kysymys</a:t>
            </a:r>
            <a:r>
              <a:rPr lang="en-US" dirty="0"/>
              <a:t>: </a:t>
            </a:r>
            <a:r>
              <a:rPr lang="en-US" dirty="0" err="1"/>
              <a:t>mikä</a:t>
            </a:r>
            <a:r>
              <a:rPr lang="en-US" dirty="0"/>
              <a:t> on se </a:t>
            </a:r>
            <a:r>
              <a:rPr lang="en-US" dirty="0" err="1"/>
              <a:t>vertailukohde</a:t>
            </a:r>
            <a:r>
              <a:rPr lang="en-US" dirty="0"/>
              <a:t>, </a:t>
            </a:r>
            <a:r>
              <a:rPr lang="en-US" dirty="0" err="1"/>
              <a:t>jolla</a:t>
            </a:r>
            <a:r>
              <a:rPr lang="en-US" dirty="0"/>
              <a:t> </a:t>
            </a:r>
            <a:r>
              <a:rPr lang="en-US" dirty="0" err="1"/>
              <a:t>oma</a:t>
            </a:r>
            <a:r>
              <a:rPr lang="en-US" dirty="0"/>
              <a:t> </a:t>
            </a:r>
            <a:r>
              <a:rPr lang="en-US" dirty="0" err="1"/>
              <a:t>tehtävä</a:t>
            </a:r>
            <a:r>
              <a:rPr lang="en-US" dirty="0"/>
              <a:t> </a:t>
            </a:r>
            <a:r>
              <a:rPr lang="en-US" dirty="0" err="1"/>
              <a:t>voidaan</a:t>
            </a:r>
            <a:r>
              <a:rPr lang="en-US" dirty="0"/>
              <a:t> </a:t>
            </a:r>
            <a:r>
              <a:rPr lang="en-US" dirty="0" err="1"/>
              <a:t>arvioida</a:t>
            </a:r>
            <a:r>
              <a:rPr lang="en-US" dirty="0"/>
              <a:t>? </a:t>
            </a:r>
            <a:r>
              <a:rPr lang="en-US" dirty="0" err="1"/>
              <a:t>Näin</a:t>
            </a:r>
            <a:r>
              <a:rPr lang="en-US" dirty="0"/>
              <a:t> </a:t>
            </a:r>
            <a:r>
              <a:rPr lang="en-US" dirty="0" err="1"/>
              <a:t>kyvykkyys</a:t>
            </a:r>
            <a:r>
              <a:rPr lang="en-US" dirty="0"/>
              <a:t> </a:t>
            </a:r>
            <a:r>
              <a:rPr lang="en-US" dirty="0" err="1"/>
              <a:t>kytkeytyy</a:t>
            </a:r>
            <a:r>
              <a:rPr lang="en-US" dirty="0"/>
              <a:t> </a:t>
            </a:r>
            <a:r>
              <a:rPr lang="en-US" dirty="0" err="1"/>
              <a:t>käytännön</a:t>
            </a:r>
            <a:r>
              <a:rPr lang="en-US" dirty="0"/>
              <a:t> </a:t>
            </a:r>
            <a:r>
              <a:rPr lang="en-US" dirty="0" err="1"/>
              <a:t>työn</a:t>
            </a:r>
            <a:r>
              <a:rPr lang="en-US" dirty="0"/>
              <a:t> </a:t>
            </a:r>
            <a:r>
              <a:rPr lang="en-US" dirty="0" err="1"/>
              <a:t>rajaamiseen</a:t>
            </a:r>
            <a:r>
              <a:rPr lang="en-US" dirty="0"/>
              <a:t>. </a:t>
            </a:r>
            <a:r>
              <a:rPr lang="en-US" dirty="0" err="1"/>
              <a:t>Seuraavaksi</a:t>
            </a:r>
            <a:r>
              <a:rPr lang="en-US" dirty="0"/>
              <a:t> </a:t>
            </a:r>
            <a:r>
              <a:rPr lang="en-US" dirty="0" err="1"/>
              <a:t>erotetaan</a:t>
            </a:r>
            <a:r>
              <a:rPr lang="en-US" dirty="0"/>
              <a:t> </a:t>
            </a:r>
            <a:r>
              <a:rPr lang="en-US" dirty="0" err="1"/>
              <a:t>kyvykkyys</a:t>
            </a:r>
            <a:r>
              <a:rPr lang="en-US" dirty="0"/>
              <a:t> ja </a:t>
            </a:r>
            <a:r>
              <a:rPr lang="en-US" dirty="0" err="1"/>
              <a:t>mitattu</a:t>
            </a:r>
            <a:r>
              <a:rPr lang="en-US" dirty="0"/>
              <a:t> </a:t>
            </a:r>
            <a:r>
              <a:rPr lang="en-US" dirty="0" err="1"/>
              <a:t>tuottavuus</a:t>
            </a:r>
            <a:r>
              <a:rPr lang="en-US" dirty="0"/>
              <a:t>. Lähde: https://</a:t>
            </a:r>
            <a:r>
              <a:rPr lang="en-US" dirty="0" err="1"/>
              <a:t>epoch.ai</a:t>
            </a:r>
            <a:r>
              <a:rPr lang="en-US" dirty="0"/>
              <a:t>/publications/</a:t>
            </a:r>
            <a:r>
              <a:rPr lang="en-US" dirty="0" err="1"/>
              <a:t>mirrorcode</a:t>
            </a:r>
            <a:r>
              <a:rPr lang="en-US" dirty="0"/>
              <a:t>-preliminary-results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116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20:00–23:00 · Eri </a:t>
            </a:r>
            <a:r>
              <a:rPr lang="en-US" dirty="0" err="1"/>
              <a:t>tutkimukset</a:t>
            </a:r>
            <a:r>
              <a:rPr lang="en-US" dirty="0"/>
              <a:t> </a:t>
            </a:r>
            <a:r>
              <a:rPr lang="en-US" dirty="0" err="1"/>
              <a:t>mittaavat</a:t>
            </a:r>
            <a:r>
              <a:rPr lang="en-US" dirty="0"/>
              <a:t> </a:t>
            </a:r>
            <a:r>
              <a:rPr lang="en-US" dirty="0" err="1"/>
              <a:t>eri</a:t>
            </a:r>
            <a:r>
              <a:rPr lang="en-US" dirty="0"/>
              <a:t> </a:t>
            </a:r>
            <a:r>
              <a:rPr lang="en-US" dirty="0" err="1"/>
              <a:t>työtä</a:t>
            </a:r>
            <a:r>
              <a:rPr lang="en-US" dirty="0"/>
              <a:t>. </a:t>
            </a:r>
            <a:r>
              <a:rPr lang="en-US" dirty="0" err="1"/>
              <a:t>Microsoftin</a:t>
            </a:r>
            <a:r>
              <a:rPr lang="en-US" dirty="0"/>
              <a:t> </a:t>
            </a:r>
            <a:r>
              <a:rPr lang="en-US" dirty="0" err="1"/>
              <a:t>kolmen</a:t>
            </a:r>
            <a:r>
              <a:rPr lang="en-US" dirty="0"/>
              <a:t> </a:t>
            </a:r>
            <a:r>
              <a:rPr lang="en-US" dirty="0" err="1"/>
              <a:t>kenttäkokeen</a:t>
            </a:r>
            <a:r>
              <a:rPr lang="en-US" dirty="0"/>
              <a:t> </a:t>
            </a:r>
            <a:r>
              <a:rPr lang="en-US" dirty="0" err="1"/>
              <a:t>yhdistelmässä</a:t>
            </a:r>
            <a:r>
              <a:rPr lang="en-US" dirty="0"/>
              <a:t> </a:t>
            </a:r>
            <a:r>
              <a:rPr lang="en-US" dirty="0" err="1"/>
              <a:t>oli</a:t>
            </a:r>
            <a:r>
              <a:rPr lang="en-US" dirty="0"/>
              <a:t> 4 867 </a:t>
            </a:r>
            <a:r>
              <a:rPr lang="en-US" dirty="0" err="1"/>
              <a:t>kehittäjää</a:t>
            </a:r>
            <a:r>
              <a:rPr lang="en-US" dirty="0"/>
              <a:t>; </a:t>
            </a:r>
            <a:r>
              <a:rPr lang="en-US" dirty="0" err="1"/>
              <a:t>tekijät</a:t>
            </a:r>
            <a:r>
              <a:rPr lang="en-US" dirty="0"/>
              <a:t> </a:t>
            </a:r>
            <a:r>
              <a:rPr lang="en-US" dirty="0" err="1"/>
              <a:t>raportoivat</a:t>
            </a:r>
            <a:r>
              <a:rPr lang="en-US" dirty="0"/>
              <a:t> </a:t>
            </a:r>
            <a:r>
              <a:rPr lang="en-US" dirty="0" err="1"/>
              <a:t>noin</a:t>
            </a:r>
            <a:r>
              <a:rPr lang="en-US" dirty="0"/>
              <a:t> 26 % </a:t>
            </a:r>
            <a:r>
              <a:rPr lang="en-US" dirty="0" err="1"/>
              <a:t>enemmän</a:t>
            </a:r>
            <a:r>
              <a:rPr lang="en-US" dirty="0"/>
              <a:t> </a:t>
            </a:r>
            <a:r>
              <a:rPr lang="en-US" dirty="0" err="1"/>
              <a:t>valmistuneita</a:t>
            </a:r>
            <a:r>
              <a:rPr lang="en-US" dirty="0"/>
              <a:t> </a:t>
            </a:r>
            <a:r>
              <a:rPr lang="en-US" dirty="0" err="1"/>
              <a:t>tehtäviä</a:t>
            </a:r>
            <a:r>
              <a:rPr lang="en-US" dirty="0"/>
              <a:t> AI-</a:t>
            </a:r>
            <a:r>
              <a:rPr lang="en-US" dirty="0" err="1"/>
              <a:t>avun</a:t>
            </a:r>
            <a:r>
              <a:rPr lang="en-US" dirty="0"/>
              <a:t> </a:t>
            </a:r>
            <a:r>
              <a:rPr lang="en-US" dirty="0" err="1"/>
              <a:t>kanssa</a:t>
            </a:r>
            <a:r>
              <a:rPr lang="en-US" dirty="0"/>
              <a:t>. </a:t>
            </a:r>
            <a:r>
              <a:rPr lang="en-US" dirty="0" err="1"/>
              <a:t>METR:n</a:t>
            </a:r>
            <a:r>
              <a:rPr lang="en-US" dirty="0"/>
              <a:t> </a:t>
            </a:r>
            <a:r>
              <a:rPr lang="en-US" dirty="0" err="1"/>
              <a:t>alkuvuoden</a:t>
            </a:r>
            <a:r>
              <a:rPr lang="en-US" dirty="0"/>
              <a:t> 2025 </a:t>
            </a:r>
            <a:r>
              <a:rPr lang="en-US" dirty="0" err="1"/>
              <a:t>kokeessa</a:t>
            </a:r>
            <a:r>
              <a:rPr lang="en-US" dirty="0"/>
              <a:t> 16 </a:t>
            </a:r>
            <a:r>
              <a:rPr lang="en-US" dirty="0" err="1"/>
              <a:t>kokenutta</a:t>
            </a:r>
            <a:r>
              <a:rPr lang="en-US" dirty="0"/>
              <a:t> </a:t>
            </a:r>
            <a:r>
              <a:rPr lang="en-US" dirty="0" err="1"/>
              <a:t>avoimen</a:t>
            </a:r>
            <a:r>
              <a:rPr lang="en-US" dirty="0"/>
              <a:t> </a:t>
            </a:r>
            <a:r>
              <a:rPr lang="en-US" dirty="0" err="1"/>
              <a:t>lähdekoodin</a:t>
            </a:r>
            <a:r>
              <a:rPr lang="en-US" dirty="0"/>
              <a:t> </a:t>
            </a:r>
            <a:r>
              <a:rPr lang="en-US" dirty="0" err="1"/>
              <a:t>kehittäjää</a:t>
            </a:r>
            <a:r>
              <a:rPr lang="en-US" dirty="0"/>
              <a:t> </a:t>
            </a:r>
            <a:r>
              <a:rPr lang="en-US" dirty="0" err="1"/>
              <a:t>työskenteli</a:t>
            </a:r>
            <a:r>
              <a:rPr lang="en-US" dirty="0"/>
              <a:t> </a:t>
            </a:r>
            <a:r>
              <a:rPr lang="en-US" dirty="0" err="1"/>
              <a:t>tutuissa</a:t>
            </a:r>
            <a:r>
              <a:rPr lang="en-US" dirty="0"/>
              <a:t> </a:t>
            </a:r>
            <a:r>
              <a:rPr lang="en-US" dirty="0" err="1"/>
              <a:t>repositorioissaan</a:t>
            </a:r>
            <a:r>
              <a:rPr lang="en-US" dirty="0"/>
              <a:t> ja </a:t>
            </a:r>
            <a:r>
              <a:rPr lang="en-US" dirty="0" err="1"/>
              <a:t>käytti</a:t>
            </a:r>
            <a:r>
              <a:rPr lang="en-US" dirty="0"/>
              <a:t> </a:t>
            </a:r>
            <a:r>
              <a:rPr lang="en-US" dirty="0" err="1"/>
              <a:t>AI:n</a:t>
            </a:r>
            <a:r>
              <a:rPr lang="en-US" dirty="0"/>
              <a:t> </a:t>
            </a:r>
            <a:r>
              <a:rPr lang="en-US" dirty="0" err="1"/>
              <a:t>kanssa</a:t>
            </a:r>
            <a:r>
              <a:rPr lang="en-US" dirty="0"/>
              <a:t> </a:t>
            </a:r>
            <a:r>
              <a:rPr lang="en-US" dirty="0" err="1"/>
              <a:t>noin</a:t>
            </a:r>
            <a:r>
              <a:rPr lang="en-US" dirty="0"/>
              <a:t> 19 % </a:t>
            </a:r>
            <a:r>
              <a:rPr lang="en-US" dirty="0" err="1"/>
              <a:t>enemmän</a:t>
            </a:r>
            <a:r>
              <a:rPr lang="en-US" dirty="0"/>
              <a:t> </a:t>
            </a:r>
            <a:r>
              <a:rPr lang="en-US" dirty="0" err="1"/>
              <a:t>aikaa</a:t>
            </a:r>
            <a:r>
              <a:rPr lang="en-US" dirty="0"/>
              <a:t>. </a:t>
            </a:r>
            <a:r>
              <a:rPr lang="en-US" dirty="0" err="1"/>
              <a:t>Näitä</a:t>
            </a:r>
            <a:r>
              <a:rPr lang="en-US" dirty="0"/>
              <a:t> </a:t>
            </a:r>
            <a:r>
              <a:rPr lang="en-US" dirty="0" err="1"/>
              <a:t>lukuja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pidä</a:t>
            </a:r>
            <a:r>
              <a:rPr lang="en-US" dirty="0"/>
              <a:t> </a:t>
            </a:r>
            <a:r>
              <a:rPr lang="en-US" dirty="0" err="1"/>
              <a:t>vähentää</a:t>
            </a:r>
            <a:r>
              <a:rPr lang="en-US" dirty="0"/>
              <a:t> </a:t>
            </a:r>
            <a:r>
              <a:rPr lang="en-US" dirty="0" err="1"/>
              <a:t>toisistaan</a:t>
            </a:r>
            <a:r>
              <a:rPr lang="en-US" dirty="0"/>
              <a:t> tai </a:t>
            </a:r>
            <a:r>
              <a:rPr lang="en-US" dirty="0" err="1"/>
              <a:t>esittää</a:t>
            </a:r>
            <a:r>
              <a:rPr lang="en-US" dirty="0"/>
              <a:t> </a:t>
            </a:r>
            <a:r>
              <a:rPr lang="en-US" dirty="0" err="1"/>
              <a:t>yhteisellä</a:t>
            </a:r>
            <a:r>
              <a:rPr lang="en-US" dirty="0"/>
              <a:t> </a:t>
            </a:r>
            <a:r>
              <a:rPr lang="en-US" dirty="0" err="1"/>
              <a:t>tuottavuusakselilla</a:t>
            </a:r>
            <a:r>
              <a:rPr lang="en-US" dirty="0"/>
              <a:t>. </a:t>
            </a:r>
            <a:r>
              <a:rPr lang="en-US" dirty="0" err="1"/>
              <a:t>Mittari</a:t>
            </a:r>
            <a:r>
              <a:rPr lang="en-US" dirty="0"/>
              <a:t>, </a:t>
            </a:r>
            <a:r>
              <a:rPr lang="en-US" dirty="0" err="1"/>
              <a:t>tehtävä</a:t>
            </a:r>
            <a:r>
              <a:rPr lang="en-US" dirty="0"/>
              <a:t>, </a:t>
            </a:r>
            <a:r>
              <a:rPr lang="en-US" dirty="0" err="1"/>
              <a:t>väline</a:t>
            </a:r>
            <a:r>
              <a:rPr lang="en-US" dirty="0"/>
              <a:t> ja </a:t>
            </a:r>
            <a:r>
              <a:rPr lang="en-US" dirty="0" err="1"/>
              <a:t>käyttäjäjoukko</a:t>
            </a:r>
            <a:r>
              <a:rPr lang="en-US" dirty="0"/>
              <a:t> </a:t>
            </a:r>
            <a:r>
              <a:rPr lang="en-US" dirty="0" err="1"/>
              <a:t>poikkeavat</a:t>
            </a:r>
            <a:r>
              <a:rPr lang="en-US" dirty="0"/>
              <a:t>. </a:t>
            </a:r>
            <a:r>
              <a:rPr lang="en-US" dirty="0" err="1"/>
              <a:t>METR:n</a:t>
            </a:r>
            <a:r>
              <a:rPr lang="en-US" dirty="0"/>
              <a:t> </a:t>
            </a:r>
            <a:r>
              <a:rPr lang="en-US" dirty="0" err="1"/>
              <a:t>helmikuun</a:t>
            </a:r>
            <a:r>
              <a:rPr lang="en-US" dirty="0"/>
              <a:t> 2026 </a:t>
            </a:r>
            <a:r>
              <a:rPr lang="en-US" dirty="0" err="1"/>
              <a:t>jatkotutkimus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antanut</a:t>
            </a:r>
            <a:r>
              <a:rPr lang="en-US" dirty="0"/>
              <a:t> </a:t>
            </a:r>
            <a:r>
              <a:rPr lang="en-US" dirty="0" err="1"/>
              <a:t>luotettavaa</a:t>
            </a:r>
            <a:r>
              <a:rPr lang="en-US" dirty="0"/>
              <a:t> </a:t>
            </a:r>
            <a:r>
              <a:rPr lang="en-US" dirty="0" err="1"/>
              <a:t>uutta</a:t>
            </a:r>
            <a:r>
              <a:rPr lang="en-US" dirty="0"/>
              <a:t> </a:t>
            </a:r>
            <a:r>
              <a:rPr lang="en-US" dirty="0" err="1"/>
              <a:t>vaikutusarviota</a:t>
            </a:r>
            <a:r>
              <a:rPr lang="en-US" dirty="0"/>
              <a:t> </a:t>
            </a:r>
            <a:r>
              <a:rPr lang="en-US" dirty="0" err="1"/>
              <a:t>valikoitumisen</a:t>
            </a:r>
            <a:r>
              <a:rPr lang="en-US" dirty="0"/>
              <a:t> ja </a:t>
            </a:r>
            <a:r>
              <a:rPr lang="en-US" dirty="0" err="1"/>
              <a:t>mittausongelmien</a:t>
            </a:r>
            <a:r>
              <a:rPr lang="en-US" dirty="0"/>
              <a:t> </a:t>
            </a:r>
            <a:r>
              <a:rPr lang="en-US" dirty="0" err="1"/>
              <a:t>vuoksi</a:t>
            </a:r>
            <a:r>
              <a:rPr lang="en-US" dirty="0"/>
              <a:t>. Sano </a:t>
            </a:r>
            <a:r>
              <a:rPr lang="en-US" dirty="0" err="1"/>
              <a:t>tämä</a:t>
            </a:r>
            <a:r>
              <a:rPr lang="en-US" dirty="0"/>
              <a:t> </a:t>
            </a:r>
            <a:r>
              <a:rPr lang="en-US" dirty="0" err="1"/>
              <a:t>ääneen</a:t>
            </a:r>
            <a:r>
              <a:rPr lang="en-US" dirty="0"/>
              <a:t>: </a:t>
            </a:r>
            <a:r>
              <a:rPr lang="en-US" dirty="0" err="1"/>
              <a:t>vuoden</a:t>
            </a:r>
            <a:r>
              <a:rPr lang="en-US" dirty="0"/>
              <a:t> 2025 </a:t>
            </a:r>
            <a:r>
              <a:rPr lang="en-US" dirty="0" err="1"/>
              <a:t>tulos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ole </a:t>
            </a:r>
            <a:r>
              <a:rPr lang="en-US" dirty="0" err="1"/>
              <a:t>nykyisten</a:t>
            </a:r>
            <a:r>
              <a:rPr lang="en-US" dirty="0"/>
              <a:t> </a:t>
            </a:r>
            <a:r>
              <a:rPr lang="en-US" dirty="0" err="1"/>
              <a:t>työkalujen</a:t>
            </a:r>
            <a:r>
              <a:rPr lang="en-US" dirty="0"/>
              <a:t> </a:t>
            </a:r>
            <a:r>
              <a:rPr lang="en-US" dirty="0" err="1"/>
              <a:t>yleispätevä</a:t>
            </a:r>
            <a:r>
              <a:rPr lang="en-US" dirty="0"/>
              <a:t> </a:t>
            </a:r>
            <a:r>
              <a:rPr lang="en-US" dirty="0" err="1"/>
              <a:t>nopeuskerroin</a:t>
            </a:r>
            <a:r>
              <a:rPr lang="en-US" dirty="0"/>
              <a:t>. </a:t>
            </a:r>
            <a:r>
              <a:rPr lang="en-US" dirty="0" err="1"/>
              <a:t>Lähteet</a:t>
            </a:r>
            <a:r>
              <a:rPr lang="en-US" dirty="0"/>
              <a:t>: https://</a:t>
            </a:r>
            <a:r>
              <a:rPr lang="en-US" dirty="0" err="1"/>
              <a:t>www.microsoft.com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-us/research/publication/the-effects-of-generative-ai-on-high-skilled-work-evidence-from-three-field-experiments-with-software-developers/ ; https://</a:t>
            </a:r>
            <a:r>
              <a:rPr lang="en-US" dirty="0" err="1"/>
              <a:t>metr.org</a:t>
            </a:r>
            <a:r>
              <a:rPr lang="en-US" dirty="0"/>
              <a:t>/blog/2025-07-10-early-2025-ai-experienced-os-dev-study/ ; https://</a:t>
            </a:r>
            <a:r>
              <a:rPr lang="en-US" dirty="0" err="1"/>
              <a:t>metr.org</a:t>
            </a:r>
            <a:r>
              <a:rPr lang="en-US" dirty="0"/>
              <a:t>/blog/2026-02-24-uplift-update/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59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23:00–25:00 · </a:t>
            </a:r>
            <a:r>
              <a:rPr lang="en-US" dirty="0" err="1"/>
              <a:t>Tehtävästä</a:t>
            </a:r>
            <a:r>
              <a:rPr lang="en-US" dirty="0"/>
              <a:t> </a:t>
            </a:r>
            <a:r>
              <a:rPr lang="en-US" dirty="0" err="1"/>
              <a:t>toimitukseen</a:t>
            </a:r>
            <a:r>
              <a:rPr lang="en-US" dirty="0"/>
              <a:t>. </a:t>
            </a:r>
            <a:r>
              <a:rPr lang="en-US" dirty="0" err="1"/>
              <a:t>Käy</a:t>
            </a:r>
            <a:r>
              <a:rPr lang="en-US" dirty="0"/>
              <a:t> </a:t>
            </a:r>
            <a:r>
              <a:rPr lang="en-US" dirty="0" err="1"/>
              <a:t>ketju</a:t>
            </a:r>
            <a:r>
              <a:rPr lang="en-US" dirty="0"/>
              <a:t> </a:t>
            </a:r>
            <a:r>
              <a:rPr lang="en-US" dirty="0" err="1"/>
              <a:t>läpi</a:t>
            </a:r>
            <a:r>
              <a:rPr lang="en-US" dirty="0"/>
              <a:t>: </a:t>
            </a:r>
            <a:r>
              <a:rPr lang="en-US" dirty="0" err="1"/>
              <a:t>toteutus</a:t>
            </a:r>
            <a:r>
              <a:rPr lang="en-US" dirty="0"/>
              <a:t>, </a:t>
            </a:r>
            <a:r>
              <a:rPr lang="en-US" dirty="0" err="1"/>
              <a:t>katselmointi</a:t>
            </a:r>
            <a:r>
              <a:rPr lang="en-US" dirty="0"/>
              <a:t>, </a:t>
            </a:r>
            <a:r>
              <a:rPr lang="en-US" dirty="0" err="1"/>
              <a:t>integrointi</a:t>
            </a:r>
            <a:r>
              <a:rPr lang="en-US" dirty="0"/>
              <a:t> ja </a:t>
            </a:r>
            <a:r>
              <a:rPr lang="en-US" dirty="0" err="1"/>
              <a:t>käyttö</a:t>
            </a:r>
            <a:r>
              <a:rPr lang="en-US" dirty="0"/>
              <a:t>. Jos </a:t>
            </a:r>
            <a:r>
              <a:rPr lang="en-US" dirty="0" err="1"/>
              <a:t>toteutus</a:t>
            </a:r>
            <a:r>
              <a:rPr lang="en-US" dirty="0"/>
              <a:t> </a:t>
            </a:r>
            <a:r>
              <a:rPr lang="en-US" dirty="0" err="1"/>
              <a:t>nopeutuu</a:t>
            </a:r>
            <a:r>
              <a:rPr lang="en-US" dirty="0"/>
              <a:t> </a:t>
            </a:r>
            <a:r>
              <a:rPr lang="en-US" dirty="0" err="1"/>
              <a:t>mutta</a:t>
            </a:r>
            <a:r>
              <a:rPr lang="en-US" dirty="0"/>
              <a:t> </a:t>
            </a:r>
            <a:r>
              <a:rPr lang="en-US" dirty="0" err="1"/>
              <a:t>muutokset</a:t>
            </a:r>
            <a:r>
              <a:rPr lang="en-US" dirty="0"/>
              <a:t> </a:t>
            </a:r>
            <a:r>
              <a:rPr lang="en-US" dirty="0" err="1"/>
              <a:t>jonoutuvat</a:t>
            </a:r>
            <a:r>
              <a:rPr lang="en-US" dirty="0"/>
              <a:t> </a:t>
            </a:r>
            <a:r>
              <a:rPr lang="en-US" dirty="0" err="1"/>
              <a:t>katselmointiin</a:t>
            </a:r>
            <a:r>
              <a:rPr lang="en-US" dirty="0"/>
              <a:t> tai </a:t>
            </a:r>
            <a:r>
              <a:rPr lang="en-US" dirty="0" err="1"/>
              <a:t>yhteensovittamiseen</a:t>
            </a:r>
            <a:r>
              <a:rPr lang="en-US" dirty="0"/>
              <a:t>, </a:t>
            </a:r>
            <a:r>
              <a:rPr lang="en-US" dirty="0" err="1"/>
              <a:t>asiakkaan</a:t>
            </a:r>
            <a:r>
              <a:rPr lang="en-US" dirty="0"/>
              <a:t> </a:t>
            </a:r>
            <a:r>
              <a:rPr lang="en-US" dirty="0" err="1"/>
              <a:t>kokema</a:t>
            </a:r>
            <a:r>
              <a:rPr lang="en-US" dirty="0"/>
              <a:t> </a:t>
            </a:r>
            <a:r>
              <a:rPr lang="en-US" dirty="0" err="1"/>
              <a:t>toimitusaika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välttämättä</a:t>
            </a:r>
            <a:r>
              <a:rPr lang="en-US" dirty="0"/>
              <a:t> </a:t>
            </a:r>
            <a:r>
              <a:rPr lang="en-US" dirty="0" err="1"/>
              <a:t>lyhene</a:t>
            </a:r>
            <a:r>
              <a:rPr lang="en-US" dirty="0"/>
              <a:t>. DORA </a:t>
            </a:r>
            <a:r>
              <a:rPr lang="en-US" dirty="0" err="1"/>
              <a:t>käsittelee</a:t>
            </a:r>
            <a:r>
              <a:rPr lang="en-US" dirty="0"/>
              <a:t> </a:t>
            </a:r>
            <a:r>
              <a:rPr lang="en-US" dirty="0" err="1"/>
              <a:t>AI:n</a:t>
            </a:r>
            <a:r>
              <a:rPr lang="en-US" dirty="0"/>
              <a:t> </a:t>
            </a:r>
            <a:r>
              <a:rPr lang="en-US" dirty="0" err="1"/>
              <a:t>hyötyjen</a:t>
            </a:r>
            <a:r>
              <a:rPr lang="en-US" dirty="0"/>
              <a:t> ja </a:t>
            </a:r>
            <a:r>
              <a:rPr lang="en-US" dirty="0" err="1"/>
              <a:t>toimitusjärjestelmän</a:t>
            </a:r>
            <a:r>
              <a:rPr lang="en-US" dirty="0"/>
              <a:t> </a:t>
            </a:r>
            <a:r>
              <a:rPr lang="en-US" dirty="0" err="1"/>
              <a:t>jännitteitä</a:t>
            </a:r>
            <a:r>
              <a:rPr lang="en-US" dirty="0"/>
              <a:t>; </a:t>
            </a:r>
            <a:r>
              <a:rPr lang="en-US" dirty="0" err="1"/>
              <a:t>kyseisiä</a:t>
            </a:r>
            <a:r>
              <a:rPr lang="en-US" dirty="0"/>
              <a:t> </a:t>
            </a:r>
            <a:r>
              <a:rPr lang="en-US" dirty="0" err="1"/>
              <a:t>yhteyksiä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pidä</a:t>
            </a:r>
            <a:r>
              <a:rPr lang="en-US" dirty="0"/>
              <a:t> </a:t>
            </a:r>
            <a:r>
              <a:rPr lang="en-US" dirty="0" err="1"/>
              <a:t>esittää</a:t>
            </a:r>
            <a:r>
              <a:rPr lang="en-US" dirty="0"/>
              <a:t> </a:t>
            </a:r>
            <a:r>
              <a:rPr lang="en-US" dirty="0" err="1"/>
              <a:t>yksinkertaisena</a:t>
            </a:r>
            <a:r>
              <a:rPr lang="en-US" dirty="0"/>
              <a:t> </a:t>
            </a:r>
            <a:r>
              <a:rPr lang="en-US" dirty="0" err="1"/>
              <a:t>syy-seurauslakina</a:t>
            </a:r>
            <a:r>
              <a:rPr lang="en-US" dirty="0"/>
              <a:t>. Kuvio on </a:t>
            </a:r>
            <a:r>
              <a:rPr lang="en-US" dirty="0" err="1"/>
              <a:t>selittävä</a:t>
            </a:r>
            <a:r>
              <a:rPr lang="en-US" dirty="0"/>
              <a:t> </a:t>
            </a:r>
            <a:r>
              <a:rPr lang="en-US" dirty="0" err="1"/>
              <a:t>esimerkkiketju</a:t>
            </a:r>
            <a:r>
              <a:rPr lang="en-US" dirty="0"/>
              <a:t>. </a:t>
            </a:r>
            <a:r>
              <a:rPr lang="en-US" dirty="0" err="1"/>
              <a:t>Vaiheiden</a:t>
            </a:r>
            <a:r>
              <a:rPr lang="en-US" dirty="0"/>
              <a:t> </a:t>
            </a:r>
            <a:r>
              <a:rPr lang="en-US" dirty="0" err="1"/>
              <a:t>leveydet</a:t>
            </a:r>
            <a:r>
              <a:rPr lang="en-US" dirty="0"/>
              <a:t> </a:t>
            </a:r>
            <a:r>
              <a:rPr lang="en-US" dirty="0" err="1"/>
              <a:t>eivät</a:t>
            </a:r>
            <a:r>
              <a:rPr lang="en-US" dirty="0"/>
              <a:t> </a:t>
            </a:r>
            <a:r>
              <a:rPr lang="en-US" dirty="0" err="1"/>
              <a:t>kuvaa</a:t>
            </a:r>
            <a:r>
              <a:rPr lang="en-US" dirty="0"/>
              <a:t> </a:t>
            </a:r>
            <a:r>
              <a:rPr lang="en-US" dirty="0" err="1"/>
              <a:t>mitattua</a:t>
            </a:r>
            <a:r>
              <a:rPr lang="en-US" dirty="0"/>
              <a:t> </a:t>
            </a:r>
            <a:r>
              <a:rPr lang="en-US" dirty="0" err="1"/>
              <a:t>aikaa</a:t>
            </a:r>
            <a:r>
              <a:rPr lang="en-US" dirty="0"/>
              <a:t>. Pyydä </a:t>
            </a:r>
            <a:r>
              <a:rPr lang="en-US" dirty="0" err="1"/>
              <a:t>yleisöä</a:t>
            </a:r>
            <a:r>
              <a:rPr lang="en-US" dirty="0"/>
              <a:t> </a:t>
            </a:r>
            <a:r>
              <a:rPr lang="en-US" dirty="0" err="1"/>
              <a:t>nimeämään</a:t>
            </a:r>
            <a:r>
              <a:rPr lang="en-US" dirty="0"/>
              <a:t> </a:t>
            </a:r>
            <a:r>
              <a:rPr lang="en-US" dirty="0" err="1"/>
              <a:t>yksi</a:t>
            </a:r>
            <a:r>
              <a:rPr lang="en-US" dirty="0"/>
              <a:t> </a:t>
            </a:r>
            <a:r>
              <a:rPr lang="en-US" dirty="0" err="1"/>
              <a:t>kohta</a:t>
            </a:r>
            <a:r>
              <a:rPr lang="en-US" dirty="0"/>
              <a:t>, </a:t>
            </a:r>
            <a:r>
              <a:rPr lang="en-US" dirty="0" err="1"/>
              <a:t>jossa</a:t>
            </a:r>
            <a:r>
              <a:rPr lang="en-US" dirty="0"/>
              <a:t> </a:t>
            </a:r>
            <a:r>
              <a:rPr lang="en-US" dirty="0" err="1"/>
              <a:t>heidän</a:t>
            </a:r>
            <a:r>
              <a:rPr lang="en-US" dirty="0"/>
              <a:t> </a:t>
            </a:r>
            <a:r>
              <a:rPr lang="en-US" dirty="0" err="1"/>
              <a:t>työssään</a:t>
            </a:r>
            <a:r>
              <a:rPr lang="en-US" dirty="0"/>
              <a:t> </a:t>
            </a:r>
            <a:r>
              <a:rPr lang="en-US" dirty="0" err="1"/>
              <a:t>odotetaan</a:t>
            </a:r>
            <a:r>
              <a:rPr lang="en-US" dirty="0"/>
              <a:t>. </a:t>
            </a:r>
            <a:r>
              <a:rPr lang="en-US" dirty="0" err="1"/>
              <a:t>Käytännön</a:t>
            </a:r>
            <a:r>
              <a:rPr lang="en-US" dirty="0"/>
              <a:t> </a:t>
            </a:r>
            <a:r>
              <a:rPr lang="en-US" dirty="0" err="1"/>
              <a:t>osan</a:t>
            </a:r>
            <a:r>
              <a:rPr lang="en-US" dirty="0"/>
              <a:t> </a:t>
            </a:r>
            <a:r>
              <a:rPr lang="en-US" dirty="0" err="1"/>
              <a:t>rajaus</a:t>
            </a:r>
            <a:r>
              <a:rPr lang="en-US" dirty="0"/>
              <a:t> ja </a:t>
            </a:r>
            <a:r>
              <a:rPr lang="en-US" dirty="0" err="1"/>
              <a:t>näyttö</a:t>
            </a:r>
            <a:r>
              <a:rPr lang="en-US" dirty="0"/>
              <a:t> </a:t>
            </a:r>
            <a:r>
              <a:rPr lang="en-US" dirty="0" err="1"/>
              <a:t>auttavat</a:t>
            </a:r>
            <a:r>
              <a:rPr lang="en-US" dirty="0"/>
              <a:t> </a:t>
            </a:r>
            <a:r>
              <a:rPr lang="en-US" dirty="0" err="1"/>
              <a:t>juuri</a:t>
            </a:r>
            <a:r>
              <a:rPr lang="en-US" dirty="0"/>
              <a:t> </a:t>
            </a:r>
            <a:r>
              <a:rPr lang="en-US" dirty="0" err="1"/>
              <a:t>katselmoinnin</a:t>
            </a:r>
            <a:r>
              <a:rPr lang="en-US" dirty="0"/>
              <a:t> ja </a:t>
            </a:r>
            <a:r>
              <a:rPr lang="en-US" dirty="0" err="1"/>
              <a:t>integroinnin</a:t>
            </a:r>
            <a:r>
              <a:rPr lang="en-US" dirty="0"/>
              <a:t> </a:t>
            </a:r>
            <a:r>
              <a:rPr lang="en-US" dirty="0" err="1"/>
              <a:t>kohdalla</a:t>
            </a:r>
            <a:r>
              <a:rPr lang="en-US" dirty="0"/>
              <a:t>. Lähde: https://</a:t>
            </a:r>
            <a:r>
              <a:rPr lang="en-US" dirty="0" err="1"/>
              <a:t>dora.dev</a:t>
            </a:r>
            <a:r>
              <a:rPr lang="en-US" dirty="0"/>
              <a:t>/insights/balancing-ai-tensions/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33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25:00–28:00 · </a:t>
            </a:r>
            <a:r>
              <a:rPr lang="en-US" dirty="0" err="1"/>
              <a:t>Oppiminen</a:t>
            </a:r>
            <a:r>
              <a:rPr lang="en-US" dirty="0"/>
              <a:t> on </a:t>
            </a:r>
            <a:r>
              <a:rPr lang="en-US" dirty="0" err="1"/>
              <a:t>oma</a:t>
            </a:r>
            <a:r>
              <a:rPr lang="en-US" dirty="0"/>
              <a:t> </a:t>
            </a:r>
            <a:r>
              <a:rPr lang="en-US" dirty="0" err="1"/>
              <a:t>tuloksensa</a:t>
            </a:r>
            <a:r>
              <a:rPr lang="en-US" dirty="0"/>
              <a:t>. </a:t>
            </a:r>
            <a:r>
              <a:rPr lang="en-US" dirty="0" err="1"/>
              <a:t>Tutkimuksessa</a:t>
            </a:r>
            <a:r>
              <a:rPr lang="en-US" dirty="0"/>
              <a:t> 52 </a:t>
            </a:r>
            <a:r>
              <a:rPr lang="en-US" dirty="0" err="1"/>
              <a:t>osallistujaa</a:t>
            </a:r>
            <a:r>
              <a:rPr lang="en-US" dirty="0"/>
              <a:t> </a:t>
            </a:r>
            <a:r>
              <a:rPr lang="en-US" dirty="0" err="1"/>
              <a:t>opetteli</a:t>
            </a:r>
            <a:r>
              <a:rPr lang="en-US" dirty="0"/>
              <a:t> </a:t>
            </a:r>
            <a:r>
              <a:rPr lang="en-US" dirty="0" err="1"/>
              <a:t>itselleen</a:t>
            </a:r>
            <a:r>
              <a:rPr lang="en-US" dirty="0"/>
              <a:t> </a:t>
            </a:r>
            <a:r>
              <a:rPr lang="en-US" dirty="0" err="1"/>
              <a:t>vierasta</a:t>
            </a:r>
            <a:r>
              <a:rPr lang="en-US" dirty="0"/>
              <a:t> Python-</a:t>
            </a:r>
            <a:r>
              <a:rPr lang="en-US" dirty="0" err="1"/>
              <a:t>kirjastoa</a:t>
            </a:r>
            <a:r>
              <a:rPr lang="en-US" dirty="0"/>
              <a:t>. </a:t>
            </a:r>
            <a:r>
              <a:rPr lang="en-US" dirty="0" err="1"/>
              <a:t>Tekijöiden</a:t>
            </a:r>
            <a:r>
              <a:rPr lang="en-US" dirty="0"/>
              <a:t> </a:t>
            </a:r>
            <a:r>
              <a:rPr lang="en-US" dirty="0" err="1"/>
              <a:t>yhteenvedon</a:t>
            </a:r>
            <a:r>
              <a:rPr lang="en-US" dirty="0"/>
              <a:t> </a:t>
            </a:r>
            <a:r>
              <a:rPr lang="en-US" dirty="0" err="1"/>
              <a:t>pyöristetyt</a:t>
            </a:r>
            <a:r>
              <a:rPr lang="en-US" dirty="0"/>
              <a:t> </a:t>
            </a:r>
            <a:r>
              <a:rPr lang="en-US" dirty="0" err="1"/>
              <a:t>välittömän</a:t>
            </a:r>
            <a:r>
              <a:rPr lang="en-US" dirty="0"/>
              <a:t> </a:t>
            </a:r>
            <a:r>
              <a:rPr lang="en-US" dirty="0" err="1"/>
              <a:t>osaamiskokeen</a:t>
            </a:r>
            <a:r>
              <a:rPr lang="en-US" dirty="0"/>
              <a:t> </a:t>
            </a:r>
            <a:r>
              <a:rPr lang="en-US" dirty="0" err="1"/>
              <a:t>keskiarvot</a:t>
            </a:r>
            <a:r>
              <a:rPr lang="en-US" dirty="0"/>
              <a:t> </a:t>
            </a:r>
            <a:r>
              <a:rPr lang="en-US" dirty="0" err="1"/>
              <a:t>olivat</a:t>
            </a:r>
            <a:r>
              <a:rPr lang="en-US" dirty="0"/>
              <a:t> 50 % AI-</a:t>
            </a:r>
            <a:r>
              <a:rPr lang="en-US" dirty="0" err="1"/>
              <a:t>avusteisessa</a:t>
            </a:r>
            <a:r>
              <a:rPr lang="en-US" dirty="0"/>
              <a:t> </a:t>
            </a:r>
            <a:r>
              <a:rPr lang="en-US" dirty="0" err="1"/>
              <a:t>ryhmässä</a:t>
            </a:r>
            <a:r>
              <a:rPr lang="en-US" dirty="0"/>
              <a:t> ja 67 % </a:t>
            </a:r>
            <a:r>
              <a:rPr lang="en-US" dirty="0" err="1"/>
              <a:t>ilman</a:t>
            </a:r>
            <a:r>
              <a:rPr lang="en-US" dirty="0"/>
              <a:t> </a:t>
            </a:r>
            <a:r>
              <a:rPr lang="en-US" dirty="0" err="1"/>
              <a:t>AI:ta</a:t>
            </a:r>
            <a:r>
              <a:rPr lang="en-US" dirty="0"/>
              <a:t>. Ero on </a:t>
            </a:r>
            <a:r>
              <a:rPr lang="en-US" dirty="0" err="1"/>
              <a:t>noin</a:t>
            </a:r>
            <a:r>
              <a:rPr lang="en-US" dirty="0"/>
              <a:t> 17 </a:t>
            </a:r>
            <a:r>
              <a:rPr lang="en-US" dirty="0" err="1"/>
              <a:t>prosenttiyksikköä</a:t>
            </a:r>
            <a:r>
              <a:rPr lang="en-US" dirty="0"/>
              <a:t>,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väite</a:t>
            </a:r>
            <a:r>
              <a:rPr lang="en-US" dirty="0"/>
              <a:t> </a:t>
            </a:r>
            <a:r>
              <a:rPr lang="en-US" dirty="0" err="1"/>
              <a:t>siitä</a:t>
            </a:r>
            <a:r>
              <a:rPr lang="en-US" dirty="0"/>
              <a:t> </a:t>
            </a:r>
            <a:r>
              <a:rPr lang="en-US" dirty="0" err="1"/>
              <a:t>että</a:t>
            </a:r>
            <a:r>
              <a:rPr lang="en-US" dirty="0"/>
              <a:t> </a:t>
            </a:r>
            <a:r>
              <a:rPr lang="en-US" dirty="0" err="1"/>
              <a:t>kaikki</a:t>
            </a:r>
            <a:r>
              <a:rPr lang="en-US" dirty="0"/>
              <a:t> </a:t>
            </a:r>
            <a:r>
              <a:rPr lang="en-US" dirty="0" err="1"/>
              <a:t>kehittäjät</a:t>
            </a:r>
            <a:r>
              <a:rPr lang="en-US" dirty="0"/>
              <a:t> </a:t>
            </a:r>
            <a:r>
              <a:rPr lang="en-US" dirty="0" err="1"/>
              <a:t>menettäisivät</a:t>
            </a:r>
            <a:r>
              <a:rPr lang="en-US" dirty="0"/>
              <a:t> saman </a:t>
            </a:r>
            <a:r>
              <a:rPr lang="en-US" dirty="0" err="1"/>
              <a:t>osuuden</a:t>
            </a:r>
            <a:r>
              <a:rPr lang="en-US" dirty="0"/>
              <a:t> </a:t>
            </a:r>
            <a:r>
              <a:rPr lang="en-US" dirty="0" err="1"/>
              <a:t>taidoistaan</a:t>
            </a:r>
            <a:r>
              <a:rPr lang="en-US" dirty="0"/>
              <a:t>. Koe </a:t>
            </a:r>
            <a:r>
              <a:rPr lang="en-US" dirty="0" err="1"/>
              <a:t>mittasi</a:t>
            </a:r>
            <a:r>
              <a:rPr lang="en-US" dirty="0"/>
              <a:t> </a:t>
            </a:r>
            <a:r>
              <a:rPr lang="en-US" dirty="0" err="1"/>
              <a:t>välitöntä</a:t>
            </a:r>
            <a:r>
              <a:rPr lang="en-US" dirty="0"/>
              <a:t> </a:t>
            </a:r>
            <a:r>
              <a:rPr lang="en-US" dirty="0" err="1"/>
              <a:t>osaamista</a:t>
            </a:r>
            <a:r>
              <a:rPr lang="en-US" dirty="0"/>
              <a:t> </a:t>
            </a:r>
            <a:r>
              <a:rPr lang="en-US" dirty="0" err="1"/>
              <a:t>kyseisessä</a:t>
            </a:r>
            <a:r>
              <a:rPr lang="en-US" dirty="0"/>
              <a:t> </a:t>
            </a:r>
            <a:r>
              <a:rPr lang="en-US" dirty="0" err="1"/>
              <a:t>tehtävässä</a:t>
            </a:r>
            <a:r>
              <a:rPr lang="en-US" dirty="0"/>
              <a:t>,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pysyvää</a:t>
            </a:r>
            <a:r>
              <a:rPr lang="en-US" dirty="0"/>
              <a:t> </a:t>
            </a:r>
            <a:r>
              <a:rPr lang="en-US" dirty="0" err="1"/>
              <a:t>taitojen</a:t>
            </a:r>
            <a:r>
              <a:rPr lang="en-US" dirty="0"/>
              <a:t> </a:t>
            </a:r>
            <a:r>
              <a:rPr lang="en-US" dirty="0" err="1"/>
              <a:t>menetystä</a:t>
            </a:r>
            <a:r>
              <a:rPr lang="en-US" dirty="0"/>
              <a:t>. Tapa </a:t>
            </a:r>
            <a:r>
              <a:rPr lang="en-US" dirty="0" err="1"/>
              <a:t>käyttää</a:t>
            </a:r>
            <a:r>
              <a:rPr lang="en-US" dirty="0"/>
              <a:t> </a:t>
            </a:r>
            <a:r>
              <a:rPr lang="en-US" dirty="0" err="1"/>
              <a:t>AI:ta</a:t>
            </a:r>
            <a:r>
              <a:rPr lang="en-US" dirty="0"/>
              <a:t> </a:t>
            </a:r>
            <a:r>
              <a:rPr lang="en-US" dirty="0" err="1"/>
              <a:t>vaikutti</a:t>
            </a:r>
            <a:r>
              <a:rPr lang="en-US" dirty="0"/>
              <a:t> </a:t>
            </a:r>
            <a:r>
              <a:rPr lang="en-US" dirty="0" err="1"/>
              <a:t>siihen</a:t>
            </a:r>
            <a:r>
              <a:rPr lang="en-US" dirty="0"/>
              <a:t>, </a:t>
            </a:r>
            <a:r>
              <a:rPr lang="en-US" dirty="0" err="1"/>
              <a:t>miten</a:t>
            </a:r>
            <a:r>
              <a:rPr lang="en-US" dirty="0"/>
              <a:t> </a:t>
            </a:r>
            <a:r>
              <a:rPr lang="en-US" dirty="0" err="1"/>
              <a:t>osallistujat</a:t>
            </a:r>
            <a:r>
              <a:rPr lang="en-US" dirty="0"/>
              <a:t> </a:t>
            </a:r>
            <a:r>
              <a:rPr lang="en-US" dirty="0" err="1"/>
              <a:t>käsittelivät</a:t>
            </a:r>
            <a:r>
              <a:rPr lang="en-US" dirty="0"/>
              <a:t> </a:t>
            </a:r>
            <a:r>
              <a:rPr lang="en-US" dirty="0" err="1"/>
              <a:t>tehtävää</a:t>
            </a:r>
            <a:r>
              <a:rPr lang="en-US" dirty="0"/>
              <a:t>. </a:t>
            </a:r>
            <a:r>
              <a:rPr lang="en-US" dirty="0" err="1"/>
              <a:t>Kysy</a:t>
            </a:r>
            <a:r>
              <a:rPr lang="en-US" dirty="0"/>
              <a:t>, </a:t>
            </a:r>
            <a:r>
              <a:rPr lang="en-US" dirty="0" err="1"/>
              <a:t>miten</a:t>
            </a:r>
            <a:r>
              <a:rPr lang="en-US" dirty="0"/>
              <a:t> </a:t>
            </a:r>
            <a:r>
              <a:rPr lang="en-US" dirty="0" err="1"/>
              <a:t>valmis</a:t>
            </a:r>
            <a:r>
              <a:rPr lang="en-US" dirty="0"/>
              <a:t> </a:t>
            </a:r>
            <a:r>
              <a:rPr lang="en-US" dirty="0" err="1"/>
              <a:t>ratkaisu</a:t>
            </a:r>
            <a:r>
              <a:rPr lang="en-US" dirty="0"/>
              <a:t> ja </a:t>
            </a:r>
            <a:r>
              <a:rPr lang="en-US" dirty="0" err="1"/>
              <a:t>oman</a:t>
            </a:r>
            <a:r>
              <a:rPr lang="en-US" dirty="0"/>
              <a:t> </a:t>
            </a:r>
            <a:r>
              <a:rPr lang="en-US" dirty="0" err="1"/>
              <a:t>ymmärryksen</a:t>
            </a:r>
            <a:r>
              <a:rPr lang="en-US" dirty="0"/>
              <a:t> </a:t>
            </a:r>
            <a:r>
              <a:rPr lang="en-US" dirty="0" err="1"/>
              <a:t>tarkistaminen</a:t>
            </a:r>
            <a:r>
              <a:rPr lang="en-US" dirty="0"/>
              <a:t> </a:t>
            </a:r>
            <a:r>
              <a:rPr lang="en-US" dirty="0" err="1"/>
              <a:t>erotetaan</a:t>
            </a:r>
            <a:r>
              <a:rPr lang="en-US" dirty="0"/>
              <a:t> </a:t>
            </a:r>
            <a:r>
              <a:rPr lang="en-US" dirty="0" err="1"/>
              <a:t>työssä</a:t>
            </a:r>
            <a:r>
              <a:rPr lang="en-US" dirty="0"/>
              <a:t>. Graafi on </a:t>
            </a:r>
            <a:r>
              <a:rPr lang="en-US" dirty="0" err="1"/>
              <a:t>tehty</a:t>
            </a:r>
            <a:r>
              <a:rPr lang="en-US" dirty="0"/>
              <a:t> </a:t>
            </a:r>
            <a:r>
              <a:rPr lang="en-US" dirty="0" err="1"/>
              <a:t>muokattavista</a:t>
            </a:r>
            <a:r>
              <a:rPr lang="en-US" dirty="0"/>
              <a:t> PowerPoint-</a:t>
            </a:r>
            <a:r>
              <a:rPr lang="en-US" dirty="0" err="1"/>
              <a:t>suorakulmioista</a:t>
            </a:r>
            <a:r>
              <a:rPr lang="en-US" dirty="0"/>
              <a:t> ja </a:t>
            </a:r>
            <a:r>
              <a:rPr lang="en-US" dirty="0" err="1"/>
              <a:t>tekstistä</a:t>
            </a:r>
            <a:r>
              <a:rPr lang="en-US" dirty="0"/>
              <a:t>; </a:t>
            </a:r>
            <a:r>
              <a:rPr lang="en-US" dirty="0" err="1"/>
              <a:t>palkkien</a:t>
            </a:r>
            <a:r>
              <a:rPr lang="en-US" dirty="0"/>
              <a:t> </a:t>
            </a:r>
            <a:r>
              <a:rPr lang="en-US" dirty="0" err="1"/>
              <a:t>pituudet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 </a:t>
            </a:r>
            <a:r>
              <a:rPr lang="en-US" dirty="0" err="1"/>
              <a:t>suhteessa</a:t>
            </a:r>
            <a:r>
              <a:rPr lang="en-US" dirty="0"/>
              <a:t> 50:67, </a:t>
            </a:r>
            <a:r>
              <a:rPr lang="en-US" dirty="0" err="1"/>
              <a:t>asteikko</a:t>
            </a:r>
            <a:r>
              <a:rPr lang="en-US" dirty="0"/>
              <a:t> 0–100 %. </a:t>
            </a:r>
            <a:r>
              <a:rPr lang="en-US" dirty="0" err="1"/>
              <a:t>Excelin</a:t>
            </a:r>
            <a:r>
              <a:rPr lang="en-US" dirty="0"/>
              <a:t> chart-data-</a:t>
            </a:r>
            <a:r>
              <a:rPr lang="en-US" dirty="0" err="1"/>
              <a:t>editori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ollut</a:t>
            </a:r>
            <a:r>
              <a:rPr lang="en-US" dirty="0"/>
              <a:t> </a:t>
            </a:r>
            <a:r>
              <a:rPr lang="en-US" dirty="0" err="1"/>
              <a:t>käytettävissä</a:t>
            </a:r>
            <a:r>
              <a:rPr lang="en-US" dirty="0"/>
              <a:t>. </a:t>
            </a:r>
            <a:r>
              <a:rPr lang="en-US" dirty="0" err="1"/>
              <a:t>Lähteet</a:t>
            </a:r>
            <a:r>
              <a:rPr lang="en-US" dirty="0"/>
              <a:t>: https://</a:t>
            </a:r>
            <a:r>
              <a:rPr lang="en-US" dirty="0" err="1"/>
              <a:t>www.anthropic.com</a:t>
            </a:r>
            <a:r>
              <a:rPr lang="en-US" dirty="0"/>
              <a:t>/research/AI-assistance-coding-skills ; https://</a:t>
            </a:r>
            <a:r>
              <a:rPr lang="en-US" dirty="0" err="1"/>
              <a:t>arxiv.org</a:t>
            </a:r>
            <a:r>
              <a:rPr lang="en-US" dirty="0"/>
              <a:t>/abs/2601.20245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44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28:00–30:00 · Uusi </a:t>
            </a:r>
            <a:r>
              <a:rPr lang="en-US" dirty="0" err="1"/>
              <a:t>kokeilu</a:t>
            </a:r>
            <a:r>
              <a:rPr lang="en-US" dirty="0"/>
              <a:t> </a:t>
            </a:r>
            <a:r>
              <a:rPr lang="en-US" dirty="0" err="1"/>
              <a:t>voi</a:t>
            </a:r>
            <a:r>
              <a:rPr lang="en-US" dirty="0"/>
              <a:t> olla </a:t>
            </a:r>
            <a:r>
              <a:rPr lang="en-US" dirty="0" err="1"/>
              <a:t>pieni</a:t>
            </a:r>
            <a:r>
              <a:rPr lang="en-US" dirty="0"/>
              <a:t>. </a:t>
            </a:r>
            <a:r>
              <a:rPr lang="en-US" dirty="0" err="1"/>
              <a:t>Tämä</a:t>
            </a:r>
            <a:r>
              <a:rPr lang="en-US" dirty="0"/>
              <a:t> on </a:t>
            </a:r>
            <a:r>
              <a:rPr lang="en-US" dirty="0" err="1"/>
              <a:t>kuvitteellinen</a:t>
            </a:r>
            <a:r>
              <a:rPr lang="en-US" dirty="0"/>
              <a:t> </a:t>
            </a:r>
            <a:r>
              <a:rPr lang="en-US" dirty="0" err="1"/>
              <a:t>huoltotyön</a:t>
            </a:r>
            <a:r>
              <a:rPr lang="en-US" dirty="0"/>
              <a:t> </a:t>
            </a:r>
            <a:r>
              <a:rPr lang="en-US" dirty="0" err="1"/>
              <a:t>esimerkki</a:t>
            </a:r>
            <a:r>
              <a:rPr lang="en-US" dirty="0"/>
              <a:t>: </a:t>
            </a:r>
            <a:r>
              <a:rPr lang="en-US" dirty="0" err="1"/>
              <a:t>muistiinpanosta</a:t>
            </a:r>
            <a:r>
              <a:rPr lang="en-US" dirty="0"/>
              <a:t> </a:t>
            </a:r>
            <a:r>
              <a:rPr lang="en-US" dirty="0" err="1"/>
              <a:t>syntyy</a:t>
            </a:r>
            <a:r>
              <a:rPr lang="en-US" dirty="0"/>
              <a:t> </a:t>
            </a:r>
            <a:r>
              <a:rPr lang="en-US" dirty="0" err="1"/>
              <a:t>ehdotus</a:t>
            </a:r>
            <a:r>
              <a:rPr lang="en-US" dirty="0"/>
              <a:t> </a:t>
            </a:r>
            <a:r>
              <a:rPr lang="en-US" dirty="0" err="1"/>
              <a:t>rakenteiseksi</a:t>
            </a:r>
            <a:r>
              <a:rPr lang="en-US" dirty="0"/>
              <a:t> </a:t>
            </a:r>
            <a:r>
              <a:rPr lang="en-US" dirty="0" err="1"/>
              <a:t>havainnoksi</a:t>
            </a:r>
            <a:r>
              <a:rPr lang="en-US" dirty="0"/>
              <a:t>. Laite, </a:t>
            </a:r>
            <a:r>
              <a:rPr lang="en-US" dirty="0" err="1"/>
              <a:t>havainto</a:t>
            </a:r>
            <a:r>
              <a:rPr lang="en-US" dirty="0"/>
              <a:t> ja </a:t>
            </a:r>
            <a:r>
              <a:rPr lang="en-US" dirty="0" err="1"/>
              <a:t>seuraava</a:t>
            </a:r>
            <a:r>
              <a:rPr lang="en-US" dirty="0"/>
              <a:t> </a:t>
            </a:r>
            <a:r>
              <a:rPr lang="en-US" dirty="0" err="1"/>
              <a:t>toimi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 </a:t>
            </a:r>
            <a:r>
              <a:rPr lang="en-US" dirty="0" err="1"/>
              <a:t>ihmisen</a:t>
            </a:r>
            <a:r>
              <a:rPr lang="en-US" dirty="0"/>
              <a:t> </a:t>
            </a:r>
            <a:r>
              <a:rPr lang="en-US" dirty="0" err="1"/>
              <a:t>tarkistettavia</a:t>
            </a:r>
            <a:r>
              <a:rPr lang="en-US" dirty="0"/>
              <a:t>. Emme </a:t>
            </a:r>
            <a:r>
              <a:rPr lang="en-US" dirty="0" err="1"/>
              <a:t>väitä</a:t>
            </a:r>
            <a:r>
              <a:rPr lang="en-US" dirty="0"/>
              <a:t>, </a:t>
            </a:r>
            <a:r>
              <a:rPr lang="en-US" dirty="0" err="1"/>
              <a:t>että</a:t>
            </a:r>
            <a:r>
              <a:rPr lang="en-US" dirty="0"/>
              <a:t> </a:t>
            </a:r>
            <a:r>
              <a:rPr lang="en-US" dirty="0" err="1"/>
              <a:t>kuvituksessa</a:t>
            </a:r>
            <a:r>
              <a:rPr lang="en-US" dirty="0"/>
              <a:t> </a:t>
            </a:r>
            <a:r>
              <a:rPr lang="en-US" dirty="0" err="1"/>
              <a:t>näkyvä</a:t>
            </a:r>
            <a:r>
              <a:rPr lang="en-US" dirty="0"/>
              <a:t> </a:t>
            </a:r>
            <a:r>
              <a:rPr lang="en-US" dirty="0" err="1"/>
              <a:t>järjestelmä</a:t>
            </a:r>
            <a:r>
              <a:rPr lang="en-US" dirty="0"/>
              <a:t> </a:t>
            </a:r>
            <a:r>
              <a:rPr lang="en-US" dirty="0" err="1"/>
              <a:t>olisi</a:t>
            </a:r>
            <a:r>
              <a:rPr lang="en-US" dirty="0"/>
              <a:t> </a:t>
            </a:r>
            <a:r>
              <a:rPr lang="en-US" dirty="0" err="1"/>
              <a:t>rakennettu</a:t>
            </a:r>
            <a:r>
              <a:rPr lang="en-US" dirty="0"/>
              <a:t>, </a:t>
            </a:r>
            <a:r>
              <a:rPr lang="en-US" dirty="0" err="1"/>
              <a:t>että</a:t>
            </a:r>
            <a:r>
              <a:rPr lang="en-US" dirty="0"/>
              <a:t> </a:t>
            </a:r>
            <a:r>
              <a:rPr lang="en-US" dirty="0" err="1"/>
              <a:t>laakerissa</a:t>
            </a:r>
            <a:r>
              <a:rPr lang="en-US" dirty="0"/>
              <a:t> </a:t>
            </a:r>
            <a:r>
              <a:rPr lang="en-US" dirty="0" err="1"/>
              <a:t>olisi</a:t>
            </a:r>
            <a:r>
              <a:rPr lang="en-US" dirty="0"/>
              <a:t> </a:t>
            </a:r>
            <a:r>
              <a:rPr lang="en-US" dirty="0" err="1"/>
              <a:t>vika</a:t>
            </a:r>
            <a:r>
              <a:rPr lang="en-US" dirty="0"/>
              <a:t> tai </a:t>
            </a:r>
            <a:r>
              <a:rPr lang="en-US" dirty="0" err="1"/>
              <a:t>että</a:t>
            </a:r>
            <a:r>
              <a:rPr lang="en-US" dirty="0"/>
              <a:t> </a:t>
            </a:r>
            <a:r>
              <a:rPr lang="en-US" dirty="0" err="1"/>
              <a:t>aikaa</a:t>
            </a:r>
            <a:r>
              <a:rPr lang="en-US" dirty="0"/>
              <a:t> </a:t>
            </a:r>
            <a:r>
              <a:rPr lang="en-US" dirty="0" err="1"/>
              <a:t>olisi</a:t>
            </a:r>
            <a:r>
              <a:rPr lang="en-US" dirty="0"/>
              <a:t> </a:t>
            </a:r>
            <a:r>
              <a:rPr lang="en-US" dirty="0" err="1"/>
              <a:t>säästynyt</a:t>
            </a:r>
            <a:r>
              <a:rPr lang="en-US" dirty="0"/>
              <a:t> </a:t>
            </a:r>
            <a:r>
              <a:rPr lang="en-US" dirty="0" err="1"/>
              <a:t>tietty</a:t>
            </a:r>
            <a:r>
              <a:rPr lang="en-US" dirty="0"/>
              <a:t> </a:t>
            </a:r>
            <a:r>
              <a:rPr lang="en-US" dirty="0" err="1"/>
              <a:t>määrä</a:t>
            </a:r>
            <a:r>
              <a:rPr lang="en-US" dirty="0"/>
              <a:t>. </a:t>
            </a:r>
            <a:r>
              <a:rPr lang="en-US" dirty="0" err="1"/>
              <a:t>Kysy</a:t>
            </a:r>
            <a:r>
              <a:rPr lang="en-US" dirty="0"/>
              <a:t>, </a:t>
            </a:r>
            <a:r>
              <a:rPr lang="en-US" dirty="0" err="1"/>
              <a:t>mitä</a:t>
            </a:r>
            <a:r>
              <a:rPr lang="en-US" dirty="0"/>
              <a:t> </a:t>
            </a:r>
            <a:r>
              <a:rPr lang="en-US" dirty="0" err="1"/>
              <a:t>asentaja</a:t>
            </a:r>
            <a:r>
              <a:rPr lang="en-US" dirty="0"/>
              <a:t> </a:t>
            </a:r>
            <a:r>
              <a:rPr lang="en-US" dirty="0" err="1"/>
              <a:t>korjaisi</a:t>
            </a:r>
            <a:r>
              <a:rPr lang="en-US" dirty="0"/>
              <a:t> ja </a:t>
            </a:r>
            <a:r>
              <a:rPr lang="en-US" dirty="0" err="1"/>
              <a:t>missä</a:t>
            </a:r>
            <a:r>
              <a:rPr lang="en-US" dirty="0"/>
              <a:t> </a:t>
            </a:r>
            <a:r>
              <a:rPr lang="en-US" dirty="0" err="1"/>
              <a:t>luonnos</a:t>
            </a:r>
            <a:r>
              <a:rPr lang="en-US" dirty="0"/>
              <a:t> </a:t>
            </a:r>
            <a:r>
              <a:rPr lang="en-US" dirty="0" err="1"/>
              <a:t>olisi</a:t>
            </a:r>
            <a:r>
              <a:rPr lang="en-US" dirty="0"/>
              <a:t> </a:t>
            </a:r>
            <a:r>
              <a:rPr lang="en-US" dirty="0" err="1"/>
              <a:t>hyödyllinen</a:t>
            </a:r>
            <a:r>
              <a:rPr lang="en-US" dirty="0"/>
              <a:t>. </a:t>
            </a:r>
            <a:r>
              <a:rPr lang="en-US" dirty="0" err="1"/>
              <a:t>Tarkoitus</a:t>
            </a:r>
            <a:r>
              <a:rPr lang="en-US" dirty="0"/>
              <a:t> on </a:t>
            </a:r>
            <a:r>
              <a:rPr lang="en-US" dirty="0" err="1"/>
              <a:t>näyttää</a:t>
            </a:r>
            <a:r>
              <a:rPr lang="en-US" dirty="0"/>
              <a:t>, </a:t>
            </a:r>
            <a:r>
              <a:rPr lang="en-US" dirty="0" err="1"/>
              <a:t>että</a:t>
            </a:r>
            <a:r>
              <a:rPr lang="en-US" dirty="0"/>
              <a:t> </a:t>
            </a:r>
            <a:r>
              <a:rPr lang="en-US" dirty="0" err="1"/>
              <a:t>AI:n</a:t>
            </a:r>
            <a:r>
              <a:rPr lang="en-US" dirty="0"/>
              <a:t> </a:t>
            </a:r>
            <a:r>
              <a:rPr lang="en-US" dirty="0" err="1"/>
              <a:t>arvo</a:t>
            </a:r>
            <a:r>
              <a:rPr lang="en-US" dirty="0"/>
              <a:t> </a:t>
            </a:r>
            <a:r>
              <a:rPr lang="en-US" dirty="0" err="1"/>
              <a:t>voi</a:t>
            </a:r>
            <a:r>
              <a:rPr lang="en-US" dirty="0"/>
              <a:t> </a:t>
            </a:r>
            <a:r>
              <a:rPr lang="en-US" dirty="0" err="1"/>
              <a:t>syntyä</a:t>
            </a:r>
            <a:r>
              <a:rPr lang="en-US" dirty="0"/>
              <a:t> </a:t>
            </a:r>
            <a:r>
              <a:rPr lang="en-US" dirty="0" err="1"/>
              <a:t>uuden</a:t>
            </a:r>
            <a:r>
              <a:rPr lang="en-US" dirty="0"/>
              <a:t> </a:t>
            </a:r>
            <a:r>
              <a:rPr lang="en-US" dirty="0" err="1"/>
              <a:t>pienen</a:t>
            </a:r>
            <a:r>
              <a:rPr lang="en-US" dirty="0"/>
              <a:t> </a:t>
            </a:r>
            <a:r>
              <a:rPr lang="en-US" dirty="0" err="1"/>
              <a:t>työkalun</a:t>
            </a:r>
            <a:r>
              <a:rPr lang="en-US" dirty="0"/>
              <a:t> </a:t>
            </a:r>
            <a:r>
              <a:rPr lang="en-US" dirty="0" err="1"/>
              <a:t>kokeilemisesta</a:t>
            </a:r>
            <a:r>
              <a:rPr lang="en-US" dirty="0"/>
              <a:t>, </a:t>
            </a:r>
            <a:r>
              <a:rPr lang="en-US" dirty="0" err="1"/>
              <a:t>ei</a:t>
            </a:r>
            <a:r>
              <a:rPr lang="en-US" dirty="0"/>
              <a:t> vain </a:t>
            </a:r>
            <a:r>
              <a:rPr lang="en-US" dirty="0" err="1"/>
              <a:t>vanhan</a:t>
            </a:r>
            <a:r>
              <a:rPr lang="en-US" dirty="0"/>
              <a:t> </a:t>
            </a:r>
            <a:r>
              <a:rPr lang="en-US" dirty="0" err="1"/>
              <a:t>ohjelmointitehtävän</a:t>
            </a:r>
            <a:r>
              <a:rPr lang="en-US" dirty="0"/>
              <a:t> </a:t>
            </a:r>
            <a:r>
              <a:rPr lang="en-US" dirty="0" err="1"/>
              <a:t>nopeuttamisesta</a:t>
            </a:r>
            <a:r>
              <a:rPr lang="en-US" dirty="0"/>
              <a:t>. </a:t>
            </a:r>
            <a:r>
              <a:rPr lang="en-US" dirty="0" err="1"/>
              <a:t>Palaamme</a:t>
            </a:r>
            <a:r>
              <a:rPr lang="en-US" dirty="0"/>
              <a:t> </a:t>
            </a:r>
            <a:r>
              <a:rPr lang="en-US" dirty="0" err="1"/>
              <a:t>samaan</a:t>
            </a:r>
            <a:r>
              <a:rPr lang="en-US" dirty="0"/>
              <a:t> </a:t>
            </a:r>
            <a:r>
              <a:rPr lang="en-US" dirty="0" err="1"/>
              <a:t>esimerkkiin</a:t>
            </a:r>
            <a:r>
              <a:rPr lang="en-US" dirty="0"/>
              <a:t> </a:t>
            </a:r>
            <a:r>
              <a:rPr lang="en-US" dirty="0" err="1"/>
              <a:t>prototypoinnin</a:t>
            </a:r>
            <a:r>
              <a:rPr lang="en-US" dirty="0"/>
              <a:t> </a:t>
            </a:r>
            <a:r>
              <a:rPr lang="en-US" dirty="0" err="1"/>
              <a:t>kohdalla</a:t>
            </a:r>
            <a:r>
              <a:rPr lang="en-US" dirty="0"/>
              <a:t>. </a:t>
            </a:r>
            <a:r>
              <a:rPr lang="en-US" dirty="0" err="1"/>
              <a:t>Kuvitus</a:t>
            </a:r>
            <a:r>
              <a:rPr lang="en-US" dirty="0"/>
              <a:t>: OpenAI </a:t>
            </a:r>
            <a:r>
              <a:rPr lang="en-US" dirty="0" err="1"/>
              <a:t>imagegen</a:t>
            </a:r>
            <a:r>
              <a:rPr lang="en-US" dirty="0"/>
              <a:t>, 5.9.2026, </a:t>
            </a:r>
            <a:r>
              <a:rPr lang="en-US" dirty="0" err="1"/>
              <a:t>esitystä</a:t>
            </a:r>
            <a:r>
              <a:rPr lang="en-US" dirty="0"/>
              <a:t> </a:t>
            </a:r>
            <a:r>
              <a:rPr lang="en-US" dirty="0" err="1"/>
              <a:t>varten</a:t>
            </a:r>
            <a:r>
              <a:rPr lang="en-US" dirty="0"/>
              <a:t> </a:t>
            </a:r>
            <a:r>
              <a:rPr lang="en-US" dirty="0" err="1"/>
              <a:t>luotu</a:t>
            </a:r>
            <a:r>
              <a:rPr lang="en-US" dirty="0"/>
              <a:t> </a:t>
            </a:r>
            <a:r>
              <a:rPr lang="en-US" dirty="0" err="1"/>
              <a:t>kuvitteellinen</a:t>
            </a:r>
            <a:r>
              <a:rPr lang="en-US" dirty="0"/>
              <a:t> </a:t>
            </a:r>
            <a:r>
              <a:rPr lang="en-US" dirty="0" err="1"/>
              <a:t>huoltotyön</a:t>
            </a:r>
            <a:r>
              <a:rPr lang="en-US" dirty="0"/>
              <a:t> </a:t>
            </a:r>
            <a:r>
              <a:rPr lang="en-US" dirty="0" err="1"/>
              <a:t>kuvitus</a:t>
            </a:r>
            <a:r>
              <a:rPr lang="en-US" dirty="0"/>
              <a:t>. </a:t>
            </a:r>
            <a:r>
              <a:rPr lang="en-US" dirty="0" err="1"/>
              <a:t>Tiedosto</a:t>
            </a:r>
            <a:r>
              <a:rPr lang="en-US" dirty="0"/>
              <a:t>: exec-c1d32ca4-d1a7-4537-9abc-f78092dbc076.png.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97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30:00–32:00 · </a:t>
            </a:r>
            <a:r>
              <a:rPr lang="en-US" dirty="0" err="1"/>
              <a:t>Tilaa</a:t>
            </a:r>
            <a:r>
              <a:rPr lang="en-US" dirty="0"/>
              <a:t> </a:t>
            </a:r>
            <a:r>
              <a:rPr lang="en-US" dirty="0" err="1"/>
              <a:t>oppimiselle</a:t>
            </a:r>
            <a:r>
              <a:rPr lang="en-US" dirty="0"/>
              <a:t>. </a:t>
            </a:r>
            <a:r>
              <a:rPr lang="en-US" dirty="0" err="1"/>
              <a:t>Kierros</a:t>
            </a:r>
            <a:r>
              <a:rPr lang="en-US" dirty="0"/>
              <a:t> on </a:t>
            </a:r>
            <a:r>
              <a:rPr lang="en-US" dirty="0" err="1"/>
              <a:t>kokeile</a:t>
            </a:r>
            <a:r>
              <a:rPr lang="en-US" dirty="0"/>
              <a:t>, </a:t>
            </a:r>
            <a:r>
              <a:rPr lang="en-US" dirty="0" err="1"/>
              <a:t>selitä</a:t>
            </a:r>
            <a:r>
              <a:rPr lang="en-US" dirty="0"/>
              <a:t>, </a:t>
            </a:r>
            <a:r>
              <a:rPr lang="en-US" dirty="0" err="1"/>
              <a:t>saa</a:t>
            </a:r>
            <a:r>
              <a:rPr lang="en-US" dirty="0"/>
              <a:t> </a:t>
            </a:r>
            <a:r>
              <a:rPr lang="en-US" dirty="0" err="1"/>
              <a:t>palautetta</a:t>
            </a:r>
            <a:r>
              <a:rPr lang="en-US" dirty="0"/>
              <a:t> ja </a:t>
            </a:r>
            <a:r>
              <a:rPr lang="en-US" dirty="0" err="1"/>
              <a:t>muuta</a:t>
            </a:r>
            <a:r>
              <a:rPr lang="en-US" dirty="0"/>
              <a:t> </a:t>
            </a:r>
            <a:r>
              <a:rPr lang="en-US" dirty="0" err="1"/>
              <a:t>seuraavaa</a:t>
            </a:r>
            <a:r>
              <a:rPr lang="en-US" dirty="0"/>
              <a:t> </a:t>
            </a:r>
            <a:r>
              <a:rPr lang="en-US" dirty="0" err="1"/>
              <a:t>yritystä</a:t>
            </a:r>
            <a:r>
              <a:rPr lang="en-US" dirty="0"/>
              <a:t>. </a:t>
            </a:r>
            <a:r>
              <a:rPr lang="en-US" dirty="0" err="1"/>
              <a:t>Työpaikan</a:t>
            </a:r>
            <a:r>
              <a:rPr lang="en-US" dirty="0"/>
              <a:t> on </a:t>
            </a:r>
            <a:r>
              <a:rPr lang="en-US" dirty="0" err="1"/>
              <a:t>päätettävä</a:t>
            </a:r>
            <a:r>
              <a:rPr lang="en-US" dirty="0"/>
              <a:t>, </a:t>
            </a:r>
            <a:r>
              <a:rPr lang="en-US" dirty="0" err="1"/>
              <a:t>missä</a:t>
            </a:r>
            <a:r>
              <a:rPr lang="en-US" dirty="0"/>
              <a:t> </a:t>
            </a:r>
            <a:r>
              <a:rPr lang="en-US" dirty="0" err="1"/>
              <a:t>kokemusta</a:t>
            </a:r>
            <a:r>
              <a:rPr lang="en-US" dirty="0"/>
              <a:t> </a:t>
            </a:r>
            <a:r>
              <a:rPr lang="en-US" dirty="0" err="1"/>
              <a:t>syntyy</a:t>
            </a:r>
            <a:r>
              <a:rPr lang="en-US" dirty="0"/>
              <a:t> ja </a:t>
            </a:r>
            <a:r>
              <a:rPr lang="en-US" dirty="0" err="1"/>
              <a:t>kuka</a:t>
            </a:r>
            <a:r>
              <a:rPr lang="en-US" dirty="0"/>
              <a:t> </a:t>
            </a:r>
            <a:r>
              <a:rPr lang="en-US" dirty="0" err="1"/>
              <a:t>antaa</a:t>
            </a:r>
            <a:r>
              <a:rPr lang="en-US" dirty="0"/>
              <a:t> </a:t>
            </a:r>
            <a:r>
              <a:rPr lang="en-US" dirty="0" err="1"/>
              <a:t>palautetta</a:t>
            </a:r>
            <a:r>
              <a:rPr lang="en-US" dirty="0"/>
              <a:t>. </a:t>
            </a:r>
            <a:r>
              <a:rPr lang="en-US" dirty="0" err="1"/>
              <a:t>Tunnista</a:t>
            </a:r>
            <a:r>
              <a:rPr lang="en-US" dirty="0"/>
              <a:t> </a:t>
            </a:r>
            <a:r>
              <a:rPr lang="en-US" dirty="0" err="1"/>
              <a:t>urahuoli</a:t>
            </a:r>
            <a:r>
              <a:rPr lang="en-US" dirty="0"/>
              <a:t> </a:t>
            </a:r>
            <a:r>
              <a:rPr lang="en-US" dirty="0" err="1"/>
              <a:t>vähättelemättä</a:t>
            </a:r>
            <a:r>
              <a:rPr lang="en-US" dirty="0"/>
              <a:t> </a:t>
            </a:r>
            <a:r>
              <a:rPr lang="en-US" dirty="0" err="1"/>
              <a:t>sitä</a:t>
            </a:r>
            <a:r>
              <a:rPr lang="en-US" dirty="0"/>
              <a:t>. Stanford Digital Economy Labin </a:t>
            </a:r>
            <a:r>
              <a:rPr lang="en-US" dirty="0" err="1"/>
              <a:t>Yhdysvaltoja</a:t>
            </a:r>
            <a:r>
              <a:rPr lang="en-US" dirty="0"/>
              <a:t> </a:t>
            </a:r>
            <a:r>
              <a:rPr lang="en-US" dirty="0" err="1"/>
              <a:t>koskeva</a:t>
            </a:r>
            <a:r>
              <a:rPr lang="en-US" dirty="0"/>
              <a:t> </a:t>
            </a:r>
            <a:r>
              <a:rPr lang="en-US" dirty="0" err="1"/>
              <a:t>analyysi</a:t>
            </a:r>
            <a:r>
              <a:rPr lang="en-US" dirty="0"/>
              <a:t> </a:t>
            </a:r>
            <a:r>
              <a:rPr lang="en-US" dirty="0" err="1"/>
              <a:t>tarjoaa</a:t>
            </a:r>
            <a:r>
              <a:rPr lang="en-US" dirty="0"/>
              <a:t> </a:t>
            </a:r>
            <a:r>
              <a:rPr lang="en-US" dirty="0" err="1"/>
              <a:t>taustaa</a:t>
            </a:r>
            <a:r>
              <a:rPr lang="en-US" dirty="0"/>
              <a:t> </a:t>
            </a:r>
            <a:r>
              <a:rPr lang="en-US" dirty="0" err="1"/>
              <a:t>nuorten</a:t>
            </a:r>
            <a:r>
              <a:rPr lang="en-US" dirty="0"/>
              <a:t> </a:t>
            </a:r>
            <a:r>
              <a:rPr lang="en-US" dirty="0" err="1"/>
              <a:t>työntekijöiden</a:t>
            </a:r>
            <a:r>
              <a:rPr lang="en-US" dirty="0"/>
              <a:t> </a:t>
            </a:r>
            <a:r>
              <a:rPr lang="en-US" dirty="0" err="1"/>
              <a:t>työllisyyskehitykseen</a:t>
            </a:r>
            <a:r>
              <a:rPr lang="en-US" dirty="0"/>
              <a:t> </a:t>
            </a:r>
            <a:r>
              <a:rPr lang="en-US" dirty="0" err="1"/>
              <a:t>AI:lle</a:t>
            </a:r>
            <a:r>
              <a:rPr lang="en-US" dirty="0"/>
              <a:t> </a:t>
            </a:r>
            <a:r>
              <a:rPr lang="en-US" dirty="0" err="1"/>
              <a:t>altistuneissa</a:t>
            </a:r>
            <a:r>
              <a:rPr lang="en-US" dirty="0"/>
              <a:t> </a:t>
            </a:r>
            <a:r>
              <a:rPr lang="en-US" dirty="0" err="1"/>
              <a:t>ammateissa</a:t>
            </a:r>
            <a:r>
              <a:rPr lang="en-US" dirty="0"/>
              <a:t>; se </a:t>
            </a:r>
            <a:r>
              <a:rPr lang="en-US" dirty="0" err="1"/>
              <a:t>ei</a:t>
            </a:r>
            <a:r>
              <a:rPr lang="en-US" dirty="0"/>
              <a:t> ole </a:t>
            </a:r>
            <a:r>
              <a:rPr lang="en-US" dirty="0" err="1"/>
              <a:t>Suomen</a:t>
            </a:r>
            <a:r>
              <a:rPr lang="en-US" dirty="0"/>
              <a:t> </a:t>
            </a:r>
            <a:r>
              <a:rPr lang="en-US" dirty="0" err="1"/>
              <a:t>työmarkkinaennuste</a:t>
            </a:r>
            <a:r>
              <a:rPr lang="en-US" dirty="0"/>
              <a:t> </a:t>
            </a:r>
            <a:r>
              <a:rPr lang="en-US" dirty="0" err="1"/>
              <a:t>eikä</a:t>
            </a:r>
            <a:r>
              <a:rPr lang="en-US" dirty="0"/>
              <a:t> </a:t>
            </a:r>
            <a:r>
              <a:rPr lang="en-US" dirty="0" err="1"/>
              <a:t>yksin</a:t>
            </a:r>
            <a:r>
              <a:rPr lang="en-US" dirty="0"/>
              <a:t> </a:t>
            </a:r>
            <a:r>
              <a:rPr lang="en-US" dirty="0" err="1"/>
              <a:t>osoita</a:t>
            </a:r>
            <a:r>
              <a:rPr lang="en-US" dirty="0"/>
              <a:t> </a:t>
            </a:r>
            <a:r>
              <a:rPr lang="en-US" dirty="0" err="1"/>
              <a:t>syy-yhteyttä</a:t>
            </a:r>
            <a:r>
              <a:rPr lang="en-US" dirty="0"/>
              <a:t>. </a:t>
            </a:r>
            <a:r>
              <a:rPr lang="en-US" dirty="0" err="1"/>
              <a:t>Älä</a:t>
            </a:r>
            <a:r>
              <a:rPr lang="en-US" dirty="0"/>
              <a:t> </a:t>
            </a:r>
            <a:r>
              <a:rPr lang="en-US" dirty="0" err="1"/>
              <a:t>lisää</a:t>
            </a:r>
            <a:r>
              <a:rPr lang="en-US" dirty="0"/>
              <a:t> </a:t>
            </a:r>
            <a:r>
              <a:rPr lang="en-US" dirty="0" err="1"/>
              <a:t>otsikkoon</a:t>
            </a:r>
            <a:r>
              <a:rPr lang="en-US" dirty="0"/>
              <a:t> </a:t>
            </a:r>
            <a:r>
              <a:rPr lang="en-US" dirty="0" err="1"/>
              <a:t>yleistä</a:t>
            </a:r>
            <a:r>
              <a:rPr lang="en-US" dirty="0"/>
              <a:t> </a:t>
            </a:r>
            <a:r>
              <a:rPr lang="en-US" dirty="0" err="1"/>
              <a:t>väitettä</a:t>
            </a:r>
            <a:r>
              <a:rPr lang="en-US" dirty="0"/>
              <a:t> </a:t>
            </a:r>
            <a:r>
              <a:rPr lang="en-US" dirty="0" err="1"/>
              <a:t>junioreiden</a:t>
            </a:r>
            <a:r>
              <a:rPr lang="en-US" dirty="0"/>
              <a:t> </a:t>
            </a:r>
            <a:r>
              <a:rPr lang="en-US" dirty="0" err="1"/>
              <a:t>katoamisesta</a:t>
            </a:r>
            <a:r>
              <a:rPr lang="en-US" dirty="0"/>
              <a:t>. </a:t>
            </a:r>
            <a:r>
              <a:rPr lang="en-US" dirty="0" err="1"/>
              <a:t>Käytännön</a:t>
            </a:r>
            <a:r>
              <a:rPr lang="en-US" dirty="0"/>
              <a:t> </a:t>
            </a:r>
            <a:r>
              <a:rPr lang="en-US" dirty="0" err="1"/>
              <a:t>toiminta</a:t>
            </a:r>
            <a:r>
              <a:rPr lang="en-US" dirty="0"/>
              <a:t> </a:t>
            </a:r>
            <a:r>
              <a:rPr lang="en-US" dirty="0" err="1"/>
              <a:t>voi</a:t>
            </a:r>
            <a:r>
              <a:rPr lang="en-US" dirty="0"/>
              <a:t> olla </a:t>
            </a:r>
            <a:r>
              <a:rPr lang="en-US" dirty="0" err="1"/>
              <a:t>yhden</a:t>
            </a:r>
            <a:r>
              <a:rPr lang="en-US" dirty="0"/>
              <a:t> </a:t>
            </a:r>
            <a:r>
              <a:rPr lang="en-US" dirty="0" err="1"/>
              <a:t>suunnittelupäätöksen</a:t>
            </a:r>
            <a:r>
              <a:rPr lang="en-US" dirty="0"/>
              <a:t> </a:t>
            </a:r>
            <a:r>
              <a:rPr lang="en-US" dirty="0" err="1"/>
              <a:t>selittäminen</a:t>
            </a:r>
            <a:r>
              <a:rPr lang="en-US" dirty="0"/>
              <a:t> </a:t>
            </a:r>
            <a:r>
              <a:rPr lang="en-US" dirty="0" err="1"/>
              <a:t>katselmoinnissa</a:t>
            </a:r>
            <a:r>
              <a:rPr lang="en-US" dirty="0"/>
              <a:t> ja </a:t>
            </a:r>
            <a:r>
              <a:rPr lang="en-US" dirty="0" err="1"/>
              <a:t>epäonnistumistavan</a:t>
            </a:r>
            <a:r>
              <a:rPr lang="en-US" dirty="0"/>
              <a:t> </a:t>
            </a:r>
            <a:r>
              <a:rPr lang="en-US" dirty="0" err="1"/>
              <a:t>ennustaminen</a:t>
            </a:r>
            <a:r>
              <a:rPr lang="en-US" dirty="0"/>
              <a:t> </a:t>
            </a:r>
            <a:r>
              <a:rPr lang="en-US" dirty="0" err="1"/>
              <a:t>ennen</a:t>
            </a:r>
            <a:r>
              <a:rPr lang="en-US" dirty="0"/>
              <a:t> </a:t>
            </a:r>
            <a:r>
              <a:rPr lang="en-US" dirty="0" err="1"/>
              <a:t>testiä</a:t>
            </a:r>
            <a:r>
              <a:rPr lang="en-US" dirty="0"/>
              <a:t>. </a:t>
            </a:r>
            <a:r>
              <a:rPr lang="en-US" dirty="0" err="1"/>
              <a:t>Siirry</a:t>
            </a:r>
            <a:r>
              <a:rPr lang="en-US" dirty="0"/>
              <a:t> </a:t>
            </a:r>
            <a:r>
              <a:rPr lang="en-US" dirty="0" err="1"/>
              <a:t>paikalliseen</a:t>
            </a:r>
            <a:r>
              <a:rPr lang="en-US" dirty="0"/>
              <a:t> </a:t>
            </a:r>
            <a:r>
              <a:rPr lang="en-US" dirty="0" err="1"/>
              <a:t>näkökulmaan</a:t>
            </a:r>
            <a:r>
              <a:rPr lang="en-US" dirty="0"/>
              <a:t>. Lähde: https://</a:t>
            </a:r>
            <a:r>
              <a:rPr lang="en-US" dirty="0" err="1"/>
              <a:t>digitaleconomy.stanford.edu</a:t>
            </a:r>
            <a:r>
              <a:rPr lang="en-US" dirty="0"/>
              <a:t>/news/canariesaug26/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93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32:00–35:00 · </a:t>
            </a:r>
            <a:r>
              <a:rPr lang="en-US" dirty="0" err="1"/>
              <a:t>Suomen</a:t>
            </a:r>
            <a:r>
              <a:rPr lang="en-US" dirty="0"/>
              <a:t> </a:t>
            </a:r>
            <a:r>
              <a:rPr lang="en-US" dirty="0" err="1"/>
              <a:t>toimiala</a:t>
            </a:r>
            <a:r>
              <a:rPr lang="en-US" dirty="0"/>
              <a:t> ja </a:t>
            </a:r>
            <a:r>
              <a:rPr lang="en-US" dirty="0" err="1"/>
              <a:t>paikallinen</a:t>
            </a:r>
            <a:r>
              <a:rPr lang="en-US" dirty="0"/>
              <a:t> </a:t>
            </a:r>
            <a:r>
              <a:rPr lang="en-US" dirty="0" err="1"/>
              <a:t>mahdollisuus</a:t>
            </a:r>
            <a:r>
              <a:rPr lang="en-US" dirty="0"/>
              <a:t>. </a:t>
            </a:r>
            <a:r>
              <a:rPr lang="en-US" dirty="0" err="1"/>
              <a:t>Teknologiateollisuuden</a:t>
            </a:r>
            <a:r>
              <a:rPr lang="en-US" dirty="0"/>
              <a:t> </a:t>
            </a:r>
            <a:r>
              <a:rPr lang="en-US" dirty="0" err="1"/>
              <a:t>toimialakuvauksen</a:t>
            </a:r>
            <a:r>
              <a:rPr lang="en-US" dirty="0"/>
              <a:t> </a:t>
            </a:r>
            <a:r>
              <a:rPr lang="en-US" dirty="0" err="1"/>
              <a:t>mukaan</a:t>
            </a:r>
            <a:r>
              <a:rPr lang="en-US" dirty="0"/>
              <a:t> </a:t>
            </a:r>
            <a:r>
              <a:rPr lang="en-US" dirty="0" err="1"/>
              <a:t>vuoden</a:t>
            </a:r>
            <a:r>
              <a:rPr lang="en-US" dirty="0"/>
              <a:t> 2025 </a:t>
            </a:r>
            <a:r>
              <a:rPr lang="en-US" dirty="0" err="1"/>
              <a:t>liikevaihto</a:t>
            </a:r>
            <a:r>
              <a:rPr lang="en-US" dirty="0"/>
              <a:t> </a:t>
            </a:r>
            <a:r>
              <a:rPr lang="en-US" dirty="0" err="1"/>
              <a:t>oli</a:t>
            </a:r>
            <a:r>
              <a:rPr lang="en-US" dirty="0"/>
              <a:t> </a:t>
            </a:r>
            <a:r>
              <a:rPr lang="en-US" dirty="0" err="1"/>
              <a:t>noin</a:t>
            </a:r>
            <a:r>
              <a:rPr lang="en-US" dirty="0"/>
              <a:t> 19 </a:t>
            </a:r>
            <a:r>
              <a:rPr lang="en-US" dirty="0" err="1"/>
              <a:t>miljardia</a:t>
            </a:r>
            <a:r>
              <a:rPr lang="en-US" dirty="0"/>
              <a:t> </a:t>
            </a:r>
            <a:r>
              <a:rPr lang="en-US" dirty="0" err="1"/>
              <a:t>euroa</a:t>
            </a:r>
            <a:r>
              <a:rPr lang="en-US" dirty="0"/>
              <a:t> ja </a:t>
            </a:r>
            <a:r>
              <a:rPr lang="en-US" dirty="0" err="1"/>
              <a:t>kasvua</a:t>
            </a:r>
            <a:r>
              <a:rPr lang="en-US" dirty="0"/>
              <a:t> </a:t>
            </a:r>
            <a:r>
              <a:rPr lang="en-US" dirty="0" err="1"/>
              <a:t>noin</a:t>
            </a:r>
            <a:r>
              <a:rPr lang="en-US" dirty="0"/>
              <a:t> 5 %. </a:t>
            </a:r>
            <a:r>
              <a:rPr lang="en-US" dirty="0" err="1"/>
              <a:t>Kesäkuun</a:t>
            </a:r>
            <a:r>
              <a:rPr lang="en-US" dirty="0"/>
              <a:t> 2026 </a:t>
            </a:r>
            <a:r>
              <a:rPr lang="en-US" dirty="0" err="1"/>
              <a:t>henkilöstöluku</a:t>
            </a:r>
            <a:r>
              <a:rPr lang="en-US" dirty="0"/>
              <a:t> </a:t>
            </a:r>
            <a:r>
              <a:rPr lang="en-US" dirty="0" err="1"/>
              <a:t>oli</a:t>
            </a:r>
            <a:r>
              <a:rPr lang="en-US" dirty="0"/>
              <a:t> </a:t>
            </a:r>
            <a:r>
              <a:rPr lang="en-US" dirty="0" err="1"/>
              <a:t>noin</a:t>
            </a:r>
            <a:r>
              <a:rPr lang="en-US" dirty="0"/>
              <a:t> 80 200. </a:t>
            </a:r>
            <a:r>
              <a:rPr lang="en-US" dirty="0" err="1"/>
              <a:t>Nämä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 </a:t>
            </a:r>
            <a:r>
              <a:rPr lang="en-US" dirty="0" err="1"/>
              <a:t>koko</a:t>
            </a:r>
            <a:r>
              <a:rPr lang="en-US" dirty="0"/>
              <a:t> </a:t>
            </a:r>
            <a:r>
              <a:rPr lang="en-US" dirty="0" err="1"/>
              <a:t>toimialan</a:t>
            </a:r>
            <a:r>
              <a:rPr lang="en-US" dirty="0"/>
              <a:t> </a:t>
            </a:r>
            <a:r>
              <a:rPr lang="en-US" dirty="0" err="1"/>
              <a:t>lukuja</a:t>
            </a:r>
            <a:r>
              <a:rPr lang="en-US" dirty="0"/>
              <a:t>, </a:t>
            </a:r>
            <a:r>
              <a:rPr lang="en-US" dirty="0" err="1"/>
              <a:t>eivät</a:t>
            </a:r>
            <a:r>
              <a:rPr lang="en-US" dirty="0"/>
              <a:t> </a:t>
            </a:r>
            <a:r>
              <a:rPr lang="en-US" dirty="0" err="1"/>
              <a:t>AI:n</a:t>
            </a:r>
            <a:r>
              <a:rPr lang="en-US" dirty="0"/>
              <a:t> </a:t>
            </a:r>
            <a:r>
              <a:rPr lang="en-US" dirty="0" err="1"/>
              <a:t>vaikutuksen</a:t>
            </a:r>
            <a:r>
              <a:rPr lang="en-US" dirty="0"/>
              <a:t> </a:t>
            </a:r>
            <a:r>
              <a:rPr lang="en-US" dirty="0" err="1"/>
              <a:t>mittaus</a:t>
            </a:r>
            <a:r>
              <a:rPr lang="en-US" dirty="0"/>
              <a:t> tai </a:t>
            </a:r>
            <a:r>
              <a:rPr lang="en-US" dirty="0" err="1"/>
              <a:t>alueellinen</a:t>
            </a:r>
            <a:r>
              <a:rPr lang="en-US" dirty="0"/>
              <a:t> </a:t>
            </a:r>
            <a:r>
              <a:rPr lang="en-US" dirty="0" err="1"/>
              <a:t>ennuste</a:t>
            </a:r>
            <a:r>
              <a:rPr lang="en-US" dirty="0"/>
              <a:t>. </a:t>
            </a:r>
            <a:r>
              <a:rPr lang="en-US" dirty="0" err="1"/>
              <a:t>Oikean</a:t>
            </a:r>
            <a:r>
              <a:rPr lang="en-US" dirty="0"/>
              <a:t> </a:t>
            </a:r>
            <a:r>
              <a:rPr lang="en-US" dirty="0" err="1"/>
              <a:t>puolen</a:t>
            </a:r>
            <a:r>
              <a:rPr lang="en-US" dirty="0"/>
              <a:t> </a:t>
            </a:r>
            <a:r>
              <a:rPr lang="en-US" dirty="0" err="1"/>
              <a:t>kolme</a:t>
            </a:r>
            <a:r>
              <a:rPr lang="en-US" dirty="0"/>
              <a:t> </a:t>
            </a:r>
            <a:r>
              <a:rPr lang="en-US" dirty="0" err="1"/>
              <a:t>asiaa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 </a:t>
            </a:r>
            <a:r>
              <a:rPr lang="en-US" dirty="0" err="1"/>
              <a:t>esityksen</a:t>
            </a:r>
            <a:r>
              <a:rPr lang="en-US" dirty="0"/>
              <a:t> </a:t>
            </a:r>
            <a:r>
              <a:rPr lang="en-US" dirty="0" err="1"/>
              <a:t>tulkinta</a:t>
            </a:r>
            <a:r>
              <a:rPr lang="en-US" dirty="0"/>
              <a:t>: </a:t>
            </a:r>
            <a:r>
              <a:rPr lang="en-US" dirty="0" err="1"/>
              <a:t>oikean</a:t>
            </a:r>
            <a:r>
              <a:rPr lang="en-US" dirty="0"/>
              <a:t> </a:t>
            </a:r>
            <a:r>
              <a:rPr lang="en-US" dirty="0" err="1"/>
              <a:t>työn</a:t>
            </a:r>
            <a:r>
              <a:rPr lang="en-US" dirty="0"/>
              <a:t> </a:t>
            </a:r>
            <a:r>
              <a:rPr lang="en-US" dirty="0" err="1"/>
              <a:t>tunteminen</a:t>
            </a:r>
            <a:r>
              <a:rPr lang="en-US" dirty="0"/>
              <a:t>, </a:t>
            </a:r>
            <a:r>
              <a:rPr lang="en-US" dirty="0" err="1"/>
              <a:t>yhteydet</a:t>
            </a:r>
            <a:r>
              <a:rPr lang="en-US" dirty="0"/>
              <a:t> </a:t>
            </a:r>
            <a:r>
              <a:rPr lang="en-US" dirty="0" err="1"/>
              <a:t>olemassa</a:t>
            </a:r>
            <a:r>
              <a:rPr lang="en-US" dirty="0"/>
              <a:t> </a:t>
            </a:r>
            <a:r>
              <a:rPr lang="en-US" dirty="0" err="1"/>
              <a:t>oleviin</a:t>
            </a:r>
            <a:r>
              <a:rPr lang="en-US" dirty="0"/>
              <a:t> </a:t>
            </a:r>
            <a:r>
              <a:rPr lang="en-US" dirty="0" err="1"/>
              <a:t>järjestelmiin</a:t>
            </a:r>
            <a:r>
              <a:rPr lang="en-US" dirty="0"/>
              <a:t> </a:t>
            </a:r>
            <a:r>
              <a:rPr lang="en-US" dirty="0" err="1"/>
              <a:t>sekä</a:t>
            </a:r>
            <a:r>
              <a:rPr lang="en-US" dirty="0"/>
              <a:t> </a:t>
            </a:r>
            <a:r>
              <a:rPr lang="en-US" dirty="0" err="1"/>
              <a:t>käyttöönoton</a:t>
            </a:r>
            <a:r>
              <a:rPr lang="en-US" dirty="0"/>
              <a:t> ja </a:t>
            </a:r>
            <a:r>
              <a:rPr lang="en-US" dirty="0" err="1"/>
              <a:t>ylläpidon</a:t>
            </a:r>
            <a:r>
              <a:rPr lang="en-US" dirty="0"/>
              <a:t> </a:t>
            </a:r>
            <a:r>
              <a:rPr lang="en-US" dirty="0" err="1"/>
              <a:t>tuki</a:t>
            </a:r>
            <a:r>
              <a:rPr lang="en-US" dirty="0"/>
              <a:t> </a:t>
            </a:r>
            <a:r>
              <a:rPr lang="en-US" dirty="0" err="1"/>
              <a:t>voivat</a:t>
            </a:r>
            <a:r>
              <a:rPr lang="en-US" dirty="0"/>
              <a:t> olla </a:t>
            </a:r>
            <a:r>
              <a:rPr lang="en-US" dirty="0" err="1"/>
              <a:t>paikallisen</a:t>
            </a:r>
            <a:r>
              <a:rPr lang="en-US" dirty="0"/>
              <a:t> </a:t>
            </a:r>
            <a:r>
              <a:rPr lang="en-US" dirty="0" err="1"/>
              <a:t>tekijän</a:t>
            </a:r>
            <a:r>
              <a:rPr lang="en-US" dirty="0"/>
              <a:t> </a:t>
            </a:r>
            <a:r>
              <a:rPr lang="en-US" dirty="0" err="1"/>
              <a:t>vahvuuksia</a:t>
            </a:r>
            <a:r>
              <a:rPr lang="en-US" dirty="0"/>
              <a:t>. </a:t>
            </a:r>
            <a:r>
              <a:rPr lang="en-US" dirty="0" err="1"/>
              <a:t>Konkretisoi</a:t>
            </a:r>
            <a:r>
              <a:rPr lang="en-US" dirty="0"/>
              <a:t> </a:t>
            </a:r>
            <a:r>
              <a:rPr lang="en-US" dirty="0" err="1"/>
              <a:t>huoltoesimerkillä</a:t>
            </a:r>
            <a:r>
              <a:rPr lang="en-US" dirty="0"/>
              <a:t>: </a:t>
            </a:r>
            <a:r>
              <a:rPr lang="en-US" dirty="0" err="1"/>
              <a:t>kuka</a:t>
            </a:r>
            <a:r>
              <a:rPr lang="en-US" dirty="0"/>
              <a:t> </a:t>
            </a:r>
            <a:r>
              <a:rPr lang="en-US" dirty="0" err="1"/>
              <a:t>tietää</a:t>
            </a:r>
            <a:r>
              <a:rPr lang="en-US" dirty="0"/>
              <a:t> </a:t>
            </a:r>
            <a:r>
              <a:rPr lang="en-US" dirty="0" err="1"/>
              <a:t>miten</a:t>
            </a:r>
            <a:r>
              <a:rPr lang="en-US" dirty="0"/>
              <a:t> </a:t>
            </a:r>
            <a:r>
              <a:rPr lang="en-US" dirty="0" err="1"/>
              <a:t>merkinnät</a:t>
            </a:r>
            <a:r>
              <a:rPr lang="en-US" dirty="0"/>
              <a:t> </a:t>
            </a:r>
            <a:r>
              <a:rPr lang="en-US" dirty="0" err="1"/>
              <a:t>tehdään</a:t>
            </a:r>
            <a:r>
              <a:rPr lang="en-US" dirty="0"/>
              <a:t> ja </a:t>
            </a:r>
            <a:r>
              <a:rPr lang="en-US" dirty="0" err="1"/>
              <a:t>minne</a:t>
            </a:r>
            <a:r>
              <a:rPr lang="en-US" dirty="0"/>
              <a:t> ne </a:t>
            </a:r>
            <a:r>
              <a:rPr lang="en-US" dirty="0" err="1"/>
              <a:t>päätyvät</a:t>
            </a:r>
            <a:r>
              <a:rPr lang="en-US" dirty="0"/>
              <a:t>? </a:t>
            </a:r>
            <a:r>
              <a:rPr lang="en-US" dirty="0" err="1"/>
              <a:t>Päätä</a:t>
            </a:r>
            <a:r>
              <a:rPr lang="en-US" dirty="0"/>
              <a:t> </a:t>
            </a:r>
            <a:r>
              <a:rPr lang="en-US" dirty="0" err="1"/>
              <a:t>nykytilanneosuus</a:t>
            </a:r>
            <a:r>
              <a:rPr lang="en-US" dirty="0"/>
              <a:t> </a:t>
            </a:r>
            <a:r>
              <a:rPr lang="en-US" dirty="0" err="1"/>
              <a:t>tähän</a:t>
            </a:r>
            <a:r>
              <a:rPr lang="en-US" dirty="0"/>
              <a:t> </a:t>
            </a:r>
            <a:r>
              <a:rPr lang="en-US" dirty="0" err="1"/>
              <a:t>ajassa</a:t>
            </a:r>
            <a:r>
              <a:rPr lang="en-US" dirty="0"/>
              <a:t> 35:00 ja </a:t>
            </a:r>
            <a:r>
              <a:rPr lang="en-US" dirty="0" err="1"/>
              <a:t>siirry</a:t>
            </a:r>
            <a:r>
              <a:rPr lang="en-US" dirty="0"/>
              <a:t> </a:t>
            </a:r>
            <a:r>
              <a:rPr lang="en-US" dirty="0" err="1"/>
              <a:t>käytännön</a:t>
            </a:r>
            <a:r>
              <a:rPr lang="en-US" dirty="0"/>
              <a:t> </a:t>
            </a:r>
            <a:r>
              <a:rPr lang="en-US" dirty="0" err="1"/>
              <a:t>ketjuun</a:t>
            </a:r>
            <a:r>
              <a:rPr lang="en-US" dirty="0"/>
              <a:t>. Lähde: https://</a:t>
            </a:r>
            <a:r>
              <a:rPr lang="en-US" dirty="0" err="1"/>
              <a:t>teknologiateollisuus.fi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/economic-outlook-and-statistics/economic-outlook/information-technology-in-</a:t>
            </a:r>
            <a:r>
              <a:rPr lang="en-US" dirty="0" err="1"/>
              <a:t>finland</a:t>
            </a:r>
            <a:r>
              <a:rPr lang="en-US" dirty="0"/>
              <a:t>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299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35:00–37:00 · </a:t>
            </a:r>
            <a:r>
              <a:rPr lang="en-US" dirty="0" err="1"/>
              <a:t>Käytännön</a:t>
            </a:r>
            <a:r>
              <a:rPr lang="en-US" dirty="0"/>
              <a:t> </a:t>
            </a:r>
            <a:r>
              <a:rPr lang="en-US" dirty="0" err="1"/>
              <a:t>kokonaisuus</a:t>
            </a:r>
            <a:r>
              <a:rPr lang="en-US" dirty="0"/>
              <a:t>. Rajaa, </a:t>
            </a:r>
            <a:r>
              <a:rPr lang="en-US" dirty="0" err="1"/>
              <a:t>tutki</a:t>
            </a:r>
            <a:r>
              <a:rPr lang="en-US" dirty="0"/>
              <a:t>, </a:t>
            </a:r>
            <a:r>
              <a:rPr lang="en-US" dirty="0" err="1"/>
              <a:t>toteuta</a:t>
            </a:r>
            <a:r>
              <a:rPr lang="en-US" dirty="0"/>
              <a:t>, </a:t>
            </a:r>
            <a:r>
              <a:rPr lang="en-US" dirty="0" err="1"/>
              <a:t>tarkista</a:t>
            </a:r>
            <a:r>
              <a:rPr lang="en-US" dirty="0"/>
              <a:t> ja </a:t>
            </a:r>
            <a:r>
              <a:rPr lang="en-US" dirty="0" err="1"/>
              <a:t>seuraa</a:t>
            </a:r>
            <a:r>
              <a:rPr lang="en-US" dirty="0"/>
              <a:t>. </a:t>
            </a:r>
            <a:r>
              <a:rPr lang="en-US" dirty="0" err="1"/>
              <a:t>Tämä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ole vain </a:t>
            </a:r>
            <a:r>
              <a:rPr lang="en-US" dirty="0" err="1"/>
              <a:t>yksi</a:t>
            </a:r>
            <a:r>
              <a:rPr lang="en-US" dirty="0"/>
              <a:t> </a:t>
            </a:r>
            <a:r>
              <a:rPr lang="en-US" dirty="0" err="1"/>
              <a:t>pitkä</a:t>
            </a:r>
            <a:r>
              <a:rPr lang="en-US" dirty="0"/>
              <a:t> </a:t>
            </a:r>
            <a:r>
              <a:rPr lang="en-US" dirty="0" err="1"/>
              <a:t>kehote</a:t>
            </a:r>
            <a:r>
              <a:rPr lang="en-US" dirty="0"/>
              <a:t>: </a:t>
            </a:r>
            <a:r>
              <a:rPr lang="en-US" dirty="0" err="1"/>
              <a:t>agentti</a:t>
            </a:r>
            <a:r>
              <a:rPr lang="en-US" dirty="0"/>
              <a:t> </a:t>
            </a:r>
            <a:r>
              <a:rPr lang="en-US" dirty="0" err="1"/>
              <a:t>lukee</a:t>
            </a:r>
            <a:r>
              <a:rPr lang="en-US" dirty="0"/>
              <a:t> </a:t>
            </a:r>
            <a:r>
              <a:rPr lang="en-US" dirty="0" err="1"/>
              <a:t>projektia</a:t>
            </a:r>
            <a:r>
              <a:rPr lang="en-US" dirty="0"/>
              <a:t>, </a:t>
            </a:r>
            <a:r>
              <a:rPr lang="en-US" dirty="0" err="1"/>
              <a:t>käyttää</a:t>
            </a:r>
            <a:r>
              <a:rPr lang="en-US" dirty="0"/>
              <a:t> </a:t>
            </a:r>
            <a:r>
              <a:rPr lang="en-US" dirty="0" err="1"/>
              <a:t>työkaluja</a:t>
            </a:r>
            <a:r>
              <a:rPr lang="en-US" dirty="0"/>
              <a:t>, </a:t>
            </a:r>
            <a:r>
              <a:rPr lang="en-US" dirty="0" err="1"/>
              <a:t>saa</a:t>
            </a:r>
            <a:r>
              <a:rPr lang="en-US" dirty="0"/>
              <a:t> </a:t>
            </a:r>
            <a:r>
              <a:rPr lang="en-US" dirty="0" err="1"/>
              <a:t>palautetta</a:t>
            </a:r>
            <a:r>
              <a:rPr lang="en-US" dirty="0"/>
              <a:t> ja </a:t>
            </a:r>
            <a:r>
              <a:rPr lang="en-US" dirty="0" err="1"/>
              <a:t>tarkistaa</a:t>
            </a:r>
            <a:r>
              <a:rPr lang="en-US" dirty="0"/>
              <a:t> </a:t>
            </a:r>
            <a:r>
              <a:rPr lang="en-US" dirty="0" err="1"/>
              <a:t>tuloksia</a:t>
            </a:r>
            <a:r>
              <a:rPr lang="en-US" dirty="0"/>
              <a:t>. </a:t>
            </a:r>
            <a:r>
              <a:rPr lang="en-US" dirty="0" err="1"/>
              <a:t>Esimerkkimme</a:t>
            </a:r>
            <a:r>
              <a:rPr lang="en-US" dirty="0"/>
              <a:t> on </a:t>
            </a:r>
            <a:r>
              <a:rPr lang="en-US" dirty="0" err="1"/>
              <a:t>huoneiston</a:t>
            </a:r>
            <a:r>
              <a:rPr lang="en-US" dirty="0"/>
              <a:t> </a:t>
            </a:r>
            <a:r>
              <a:rPr lang="en-US" dirty="0" err="1"/>
              <a:t>numeron</a:t>
            </a:r>
            <a:r>
              <a:rPr lang="en-US" dirty="0"/>
              <a:t> </a:t>
            </a:r>
            <a:r>
              <a:rPr lang="en-US" dirty="0" err="1"/>
              <a:t>katoaminen</a:t>
            </a:r>
            <a:r>
              <a:rPr lang="en-US" dirty="0"/>
              <a:t> </a:t>
            </a:r>
            <a:r>
              <a:rPr lang="en-US" dirty="0" err="1"/>
              <a:t>osoitteen</a:t>
            </a:r>
            <a:r>
              <a:rPr lang="en-US" dirty="0"/>
              <a:t> </a:t>
            </a:r>
            <a:r>
              <a:rPr lang="en-US" dirty="0" err="1"/>
              <a:t>tallennuksessa</a:t>
            </a:r>
            <a:r>
              <a:rPr lang="en-US" dirty="0"/>
              <a:t>. Sama </a:t>
            </a:r>
            <a:r>
              <a:rPr lang="en-US" dirty="0" err="1"/>
              <a:t>työtapa</a:t>
            </a:r>
            <a:r>
              <a:rPr lang="en-US" dirty="0"/>
              <a:t> </a:t>
            </a:r>
            <a:r>
              <a:rPr lang="en-US" dirty="0" err="1"/>
              <a:t>soveltuu</a:t>
            </a:r>
            <a:r>
              <a:rPr lang="en-US" dirty="0"/>
              <a:t> </a:t>
            </a:r>
            <a:r>
              <a:rPr lang="en-US" dirty="0" err="1"/>
              <a:t>Codexiin</a:t>
            </a:r>
            <a:r>
              <a:rPr lang="en-US" dirty="0"/>
              <a:t> ja Claude Codeen; </a:t>
            </a:r>
            <a:r>
              <a:rPr lang="en-US" dirty="0" err="1"/>
              <a:t>työkalujen</a:t>
            </a:r>
            <a:r>
              <a:rPr lang="en-US" dirty="0"/>
              <a:t> </a:t>
            </a:r>
            <a:r>
              <a:rPr lang="en-US" dirty="0" err="1"/>
              <a:t>ominaisuudet</a:t>
            </a:r>
            <a:r>
              <a:rPr lang="en-US" dirty="0"/>
              <a:t> ja </a:t>
            </a:r>
            <a:r>
              <a:rPr lang="en-US" dirty="0" err="1"/>
              <a:t>projektin</a:t>
            </a:r>
            <a:r>
              <a:rPr lang="en-US" dirty="0"/>
              <a:t> </a:t>
            </a:r>
            <a:r>
              <a:rPr lang="en-US" dirty="0" err="1"/>
              <a:t>ohjeet</a:t>
            </a:r>
            <a:r>
              <a:rPr lang="en-US" dirty="0"/>
              <a:t> </a:t>
            </a:r>
            <a:r>
              <a:rPr lang="en-US" dirty="0" err="1"/>
              <a:t>vaikuttavat</a:t>
            </a:r>
            <a:r>
              <a:rPr lang="en-US" dirty="0"/>
              <a:t> </a:t>
            </a:r>
            <a:r>
              <a:rPr lang="en-US" dirty="0" err="1"/>
              <a:t>yksityiskohtiin</a:t>
            </a:r>
            <a:r>
              <a:rPr lang="en-US" dirty="0"/>
              <a:t>. Ihminen </a:t>
            </a:r>
            <a:r>
              <a:rPr lang="en-US" dirty="0" err="1"/>
              <a:t>arvioi</a:t>
            </a:r>
            <a:r>
              <a:rPr lang="en-US" dirty="0"/>
              <a:t> </a:t>
            </a:r>
            <a:r>
              <a:rPr lang="en-US" dirty="0" err="1"/>
              <a:t>tavoitteen</a:t>
            </a:r>
            <a:r>
              <a:rPr lang="en-US" dirty="0"/>
              <a:t>, </a:t>
            </a:r>
            <a:r>
              <a:rPr lang="en-US" dirty="0" err="1"/>
              <a:t>olennaiset</a:t>
            </a:r>
            <a:r>
              <a:rPr lang="en-US" dirty="0"/>
              <a:t> </a:t>
            </a:r>
            <a:r>
              <a:rPr lang="en-US" dirty="0" err="1"/>
              <a:t>päätökset</a:t>
            </a:r>
            <a:r>
              <a:rPr lang="en-US" dirty="0"/>
              <a:t> ja </a:t>
            </a:r>
            <a:r>
              <a:rPr lang="en-US" dirty="0" err="1"/>
              <a:t>näytön</a:t>
            </a:r>
            <a:r>
              <a:rPr lang="en-US" dirty="0"/>
              <a:t>. </a:t>
            </a:r>
            <a:r>
              <a:rPr lang="en-US" dirty="0" err="1"/>
              <a:t>Tässä</a:t>
            </a:r>
            <a:r>
              <a:rPr lang="en-US" dirty="0"/>
              <a:t> </a:t>
            </a:r>
            <a:r>
              <a:rPr lang="en-US" dirty="0" err="1"/>
              <a:t>esityksessä</a:t>
            </a:r>
            <a:r>
              <a:rPr lang="en-US" dirty="0"/>
              <a:t> </a:t>
            </a:r>
            <a:r>
              <a:rPr lang="en-US" dirty="0" err="1"/>
              <a:t>bugi</a:t>
            </a:r>
            <a:r>
              <a:rPr lang="en-US" dirty="0"/>
              <a:t> </a:t>
            </a:r>
            <a:r>
              <a:rPr lang="en-US" dirty="0" err="1"/>
              <a:t>havainnollistetaan</a:t>
            </a:r>
            <a:r>
              <a:rPr lang="en-US" dirty="0"/>
              <a:t> </a:t>
            </a:r>
            <a:r>
              <a:rPr lang="en-US" dirty="0" err="1"/>
              <a:t>muokattavalla</a:t>
            </a:r>
            <a:r>
              <a:rPr lang="en-US" dirty="0"/>
              <a:t> </a:t>
            </a:r>
            <a:r>
              <a:rPr lang="en-US" dirty="0" err="1"/>
              <a:t>dia-aineistolla</a:t>
            </a:r>
            <a:r>
              <a:rPr lang="en-US" dirty="0"/>
              <a:t>. Se </a:t>
            </a:r>
            <a:r>
              <a:rPr lang="en-US" dirty="0" err="1"/>
              <a:t>ei</a:t>
            </a:r>
            <a:r>
              <a:rPr lang="en-US" dirty="0"/>
              <a:t> ole </a:t>
            </a:r>
            <a:r>
              <a:rPr lang="en-US" dirty="0" err="1"/>
              <a:t>väite</a:t>
            </a:r>
            <a:r>
              <a:rPr lang="en-US" dirty="0"/>
              <a:t> </a:t>
            </a:r>
            <a:r>
              <a:rPr lang="en-US" dirty="0" err="1"/>
              <a:t>ajetusta</a:t>
            </a:r>
            <a:r>
              <a:rPr lang="en-US" dirty="0"/>
              <a:t> </a:t>
            </a:r>
            <a:r>
              <a:rPr lang="en-US" dirty="0" err="1"/>
              <a:t>asiakasprojektista</a:t>
            </a:r>
            <a:r>
              <a:rPr lang="en-US" dirty="0"/>
              <a:t> tai </a:t>
            </a:r>
            <a:r>
              <a:rPr lang="en-US" dirty="0" err="1"/>
              <a:t>tuotantoon</a:t>
            </a:r>
            <a:r>
              <a:rPr lang="en-US" dirty="0"/>
              <a:t> </a:t>
            </a:r>
            <a:r>
              <a:rPr lang="en-US" dirty="0" err="1"/>
              <a:t>julkaistusta</a:t>
            </a:r>
            <a:r>
              <a:rPr lang="en-US" dirty="0"/>
              <a:t> </a:t>
            </a:r>
            <a:r>
              <a:rPr lang="en-US" dirty="0" err="1"/>
              <a:t>korjauksesta</a:t>
            </a:r>
            <a:r>
              <a:rPr lang="en-US" dirty="0"/>
              <a:t>. </a:t>
            </a:r>
            <a:r>
              <a:rPr lang="en-US" dirty="0" err="1"/>
              <a:t>Selitä</a:t>
            </a:r>
            <a:r>
              <a:rPr lang="en-US" dirty="0"/>
              <a:t>, </a:t>
            </a:r>
            <a:r>
              <a:rPr lang="en-US" dirty="0" err="1"/>
              <a:t>että</a:t>
            </a:r>
            <a:r>
              <a:rPr lang="en-US" dirty="0"/>
              <a:t> </a:t>
            </a:r>
            <a:r>
              <a:rPr lang="en-US" dirty="0" err="1"/>
              <a:t>seuraavien</a:t>
            </a:r>
            <a:r>
              <a:rPr lang="en-US" dirty="0"/>
              <a:t> </a:t>
            </a:r>
            <a:r>
              <a:rPr lang="en-US" dirty="0" err="1"/>
              <a:t>diojen</a:t>
            </a:r>
            <a:r>
              <a:rPr lang="en-US" dirty="0"/>
              <a:t> </a:t>
            </a:r>
            <a:r>
              <a:rPr lang="en-US" dirty="0" err="1"/>
              <a:t>aikana</a:t>
            </a:r>
            <a:r>
              <a:rPr lang="en-US" dirty="0"/>
              <a:t> </a:t>
            </a:r>
            <a:r>
              <a:rPr lang="en-US" dirty="0" err="1"/>
              <a:t>käydään</a:t>
            </a:r>
            <a:r>
              <a:rPr lang="en-US" dirty="0"/>
              <a:t> </a:t>
            </a:r>
            <a:r>
              <a:rPr lang="en-US" dirty="0" err="1"/>
              <a:t>läpi</a:t>
            </a:r>
            <a:r>
              <a:rPr lang="en-US" dirty="0"/>
              <a:t> </a:t>
            </a:r>
            <a:r>
              <a:rPr lang="en-US" dirty="0" err="1"/>
              <a:t>yksi</a:t>
            </a:r>
            <a:r>
              <a:rPr lang="en-US" dirty="0"/>
              <a:t> </a:t>
            </a:r>
            <a:r>
              <a:rPr lang="en-US" dirty="0" err="1"/>
              <a:t>kokonainen</a:t>
            </a:r>
            <a:r>
              <a:rPr lang="en-US" dirty="0"/>
              <a:t> </a:t>
            </a:r>
            <a:r>
              <a:rPr lang="en-US" dirty="0" err="1"/>
              <a:t>tehtävän</a:t>
            </a:r>
            <a:r>
              <a:rPr lang="en-US" dirty="0"/>
              <a:t> </a:t>
            </a:r>
            <a:r>
              <a:rPr lang="en-US" dirty="0" err="1"/>
              <a:t>ajatteluketju</a:t>
            </a:r>
            <a:r>
              <a:rPr lang="en-US" dirty="0"/>
              <a:t>. </a:t>
            </a:r>
            <a:r>
              <a:rPr lang="en-US" dirty="0" err="1"/>
              <a:t>Lähteet</a:t>
            </a:r>
            <a:r>
              <a:rPr lang="en-US" dirty="0"/>
              <a:t>: https://</a:t>
            </a:r>
            <a:r>
              <a:rPr lang="en-US" dirty="0" err="1"/>
              <a:t>learn.chatgpt.com</a:t>
            </a:r>
            <a:r>
              <a:rPr lang="en-US" dirty="0"/>
              <a:t>/docs/prompting ; https://</a:t>
            </a:r>
            <a:r>
              <a:rPr lang="en-US" dirty="0" err="1"/>
              <a:t>code.claude.com</a:t>
            </a:r>
            <a:r>
              <a:rPr lang="en-US" dirty="0"/>
              <a:t>/docs/</a:t>
            </a:r>
            <a:r>
              <a:rPr lang="en-US" dirty="0" err="1"/>
              <a:t>en</a:t>
            </a:r>
            <a:r>
              <a:rPr lang="en-US" dirty="0"/>
              <a:t>/common-workflows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167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37:00–39:00 · </a:t>
            </a:r>
            <a:r>
              <a:rPr lang="en-US" dirty="0" err="1"/>
              <a:t>Kirjoita</a:t>
            </a:r>
            <a:r>
              <a:rPr lang="en-US" dirty="0"/>
              <a:t> </a:t>
            </a:r>
            <a:r>
              <a:rPr lang="en-US" dirty="0" err="1"/>
              <a:t>valmis</a:t>
            </a:r>
            <a:r>
              <a:rPr lang="en-US" dirty="0"/>
              <a:t> </a:t>
            </a:r>
            <a:r>
              <a:rPr lang="en-US" dirty="0" err="1"/>
              <a:t>näkyväksi</a:t>
            </a:r>
            <a:r>
              <a:rPr lang="en-US" dirty="0"/>
              <a:t>. </a:t>
            </a:r>
            <a:r>
              <a:rPr lang="en-US" dirty="0" err="1"/>
              <a:t>Vasemman</a:t>
            </a:r>
            <a:r>
              <a:rPr lang="en-US" dirty="0"/>
              <a:t> </a:t>
            </a:r>
            <a:r>
              <a:rPr lang="en-US" dirty="0" err="1"/>
              <a:t>pyynnön</a:t>
            </a:r>
            <a:r>
              <a:rPr lang="en-US" dirty="0"/>
              <a:t> </a:t>
            </a:r>
            <a:r>
              <a:rPr lang="en-US" dirty="0" err="1"/>
              <a:t>ongelma</a:t>
            </a:r>
            <a:r>
              <a:rPr lang="en-US" dirty="0"/>
              <a:t> on, </a:t>
            </a:r>
            <a:r>
              <a:rPr lang="en-US" dirty="0" err="1"/>
              <a:t>ettei</a:t>
            </a:r>
            <a:r>
              <a:rPr lang="en-US" dirty="0"/>
              <a:t> </a:t>
            </a:r>
            <a:r>
              <a:rPr lang="en-US" dirty="0" err="1"/>
              <a:t>agentti</a:t>
            </a:r>
            <a:r>
              <a:rPr lang="en-US" dirty="0"/>
              <a:t> </a:t>
            </a:r>
            <a:r>
              <a:rPr lang="en-US" dirty="0" err="1"/>
              <a:t>tiedä</a:t>
            </a:r>
            <a:r>
              <a:rPr lang="en-US" dirty="0"/>
              <a:t> </a:t>
            </a:r>
            <a:r>
              <a:rPr lang="en-US" dirty="0" err="1"/>
              <a:t>mikä</a:t>
            </a:r>
            <a:r>
              <a:rPr lang="en-US" dirty="0"/>
              <a:t> </a:t>
            </a:r>
            <a:r>
              <a:rPr lang="en-US" dirty="0" err="1"/>
              <a:t>lomakkeessa</a:t>
            </a:r>
            <a:r>
              <a:rPr lang="en-US" dirty="0"/>
              <a:t> on </a:t>
            </a:r>
            <a:r>
              <a:rPr lang="en-US" dirty="0" err="1"/>
              <a:t>väärin</a:t>
            </a:r>
            <a:r>
              <a:rPr lang="en-US" dirty="0"/>
              <a:t> tai </a:t>
            </a:r>
            <a:r>
              <a:rPr lang="en-US" dirty="0" err="1"/>
              <a:t>miten</a:t>
            </a:r>
            <a:r>
              <a:rPr lang="en-US" dirty="0"/>
              <a:t> </a:t>
            </a:r>
            <a:r>
              <a:rPr lang="en-US" dirty="0" err="1"/>
              <a:t>muutos</a:t>
            </a:r>
            <a:r>
              <a:rPr lang="en-US" dirty="0"/>
              <a:t> </a:t>
            </a:r>
            <a:r>
              <a:rPr lang="en-US" dirty="0" err="1"/>
              <a:t>arvioidaan</a:t>
            </a:r>
            <a:r>
              <a:rPr lang="en-US" dirty="0"/>
              <a:t>. </a:t>
            </a:r>
            <a:r>
              <a:rPr lang="en-US" dirty="0" err="1"/>
              <a:t>Oikealla</a:t>
            </a:r>
            <a:r>
              <a:rPr lang="en-US" dirty="0"/>
              <a:t> </a:t>
            </a:r>
            <a:r>
              <a:rPr lang="en-US" dirty="0" err="1"/>
              <a:t>ongelma</a:t>
            </a:r>
            <a:r>
              <a:rPr lang="en-US" dirty="0"/>
              <a:t>, </a:t>
            </a:r>
            <a:r>
              <a:rPr lang="en-US" dirty="0" err="1"/>
              <a:t>tavoite</a:t>
            </a:r>
            <a:r>
              <a:rPr lang="en-US" dirty="0"/>
              <a:t>, raja ja </a:t>
            </a:r>
            <a:r>
              <a:rPr lang="en-US" dirty="0" err="1"/>
              <a:t>näyttö</a:t>
            </a:r>
            <a:r>
              <a:rPr lang="en-US" dirty="0"/>
              <a:t> </a:t>
            </a:r>
            <a:r>
              <a:rPr lang="en-US" dirty="0" err="1"/>
              <a:t>mahtuvat</a:t>
            </a:r>
            <a:r>
              <a:rPr lang="en-US" dirty="0"/>
              <a:t> </a:t>
            </a:r>
            <a:r>
              <a:rPr lang="en-US" dirty="0" err="1"/>
              <a:t>neljään</a:t>
            </a:r>
            <a:r>
              <a:rPr lang="en-US" dirty="0"/>
              <a:t> </a:t>
            </a:r>
            <a:r>
              <a:rPr lang="en-US" dirty="0" err="1"/>
              <a:t>riviin</a:t>
            </a:r>
            <a:r>
              <a:rPr lang="en-US" dirty="0"/>
              <a:t>. Voit </a:t>
            </a:r>
            <a:r>
              <a:rPr lang="en-US" dirty="0" err="1"/>
              <a:t>pyytää</a:t>
            </a:r>
            <a:r>
              <a:rPr lang="en-US" dirty="0"/>
              <a:t> </a:t>
            </a:r>
            <a:r>
              <a:rPr lang="en-US" dirty="0" err="1"/>
              <a:t>agenttia</a:t>
            </a:r>
            <a:r>
              <a:rPr lang="en-US" dirty="0"/>
              <a:t> </a:t>
            </a:r>
            <a:r>
              <a:rPr lang="en-US" dirty="0" err="1"/>
              <a:t>tutkimaan</a:t>
            </a:r>
            <a:r>
              <a:rPr lang="en-US" dirty="0"/>
              <a:t> </a:t>
            </a:r>
            <a:r>
              <a:rPr lang="en-US" dirty="0" err="1"/>
              <a:t>syyn</a:t>
            </a:r>
            <a:r>
              <a:rPr lang="en-US" dirty="0"/>
              <a:t> </a:t>
            </a:r>
            <a:r>
              <a:rPr lang="en-US" dirty="0" err="1"/>
              <a:t>ennen</a:t>
            </a:r>
            <a:r>
              <a:rPr lang="en-US" dirty="0"/>
              <a:t> </a:t>
            </a:r>
            <a:r>
              <a:rPr lang="en-US" dirty="0" err="1"/>
              <a:t>toteuttamista</a:t>
            </a:r>
            <a:r>
              <a:rPr lang="en-US" dirty="0"/>
              <a:t>, </a:t>
            </a:r>
            <a:r>
              <a:rPr lang="en-US" dirty="0" err="1"/>
              <a:t>jos</a:t>
            </a:r>
            <a:r>
              <a:rPr lang="en-US" dirty="0"/>
              <a:t> </a:t>
            </a:r>
            <a:r>
              <a:rPr lang="en-US" dirty="0" err="1"/>
              <a:t>vaikutusalue</a:t>
            </a:r>
            <a:r>
              <a:rPr lang="en-US" dirty="0"/>
              <a:t> on </a:t>
            </a:r>
            <a:r>
              <a:rPr lang="en-US" dirty="0" err="1"/>
              <a:t>epäselvä</a:t>
            </a:r>
            <a:r>
              <a:rPr lang="en-US" dirty="0"/>
              <a:t>. </a:t>
            </a:r>
            <a:r>
              <a:rPr lang="en-US" dirty="0" err="1"/>
              <a:t>Säilytä</a:t>
            </a:r>
            <a:r>
              <a:rPr lang="en-US" dirty="0"/>
              <a:t> </a:t>
            </a:r>
            <a:r>
              <a:rPr lang="en-US" dirty="0" err="1"/>
              <a:t>rajapinta</a:t>
            </a:r>
            <a:r>
              <a:rPr lang="en-US" dirty="0"/>
              <a:t> on </a:t>
            </a:r>
            <a:r>
              <a:rPr lang="en-US" dirty="0" err="1"/>
              <a:t>tässä</a:t>
            </a:r>
            <a:r>
              <a:rPr lang="en-US" dirty="0"/>
              <a:t> </a:t>
            </a:r>
            <a:r>
              <a:rPr lang="en-US" dirty="0" err="1"/>
              <a:t>opetusesimerkin</a:t>
            </a:r>
            <a:r>
              <a:rPr lang="en-US" dirty="0"/>
              <a:t> raja,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yleinen</a:t>
            </a:r>
            <a:r>
              <a:rPr lang="en-US" dirty="0"/>
              <a:t> </a:t>
            </a:r>
            <a:r>
              <a:rPr lang="en-US" dirty="0" err="1"/>
              <a:t>sääntö</a:t>
            </a:r>
            <a:r>
              <a:rPr lang="en-US" dirty="0"/>
              <a:t> </a:t>
            </a:r>
            <a:r>
              <a:rPr lang="en-US" dirty="0" err="1"/>
              <a:t>kaikkiin</a:t>
            </a:r>
            <a:r>
              <a:rPr lang="en-US" dirty="0"/>
              <a:t> </a:t>
            </a:r>
            <a:r>
              <a:rPr lang="en-US" dirty="0" err="1"/>
              <a:t>korjauksiin</a:t>
            </a:r>
            <a:r>
              <a:rPr lang="en-US" dirty="0"/>
              <a:t>. </a:t>
            </a:r>
            <a:r>
              <a:rPr lang="en-US" dirty="0" err="1"/>
              <a:t>Määritä</a:t>
            </a:r>
            <a:r>
              <a:rPr lang="en-US" dirty="0"/>
              <a:t> </a:t>
            </a:r>
            <a:r>
              <a:rPr lang="en-US" dirty="0" err="1"/>
              <a:t>konkreettinen</a:t>
            </a:r>
            <a:r>
              <a:rPr lang="en-US" dirty="0"/>
              <a:t> </a:t>
            </a:r>
            <a:r>
              <a:rPr lang="en-US" dirty="0" err="1"/>
              <a:t>havainto</a:t>
            </a:r>
            <a:r>
              <a:rPr lang="en-US" dirty="0"/>
              <a:t>: </a:t>
            </a:r>
            <a:r>
              <a:rPr lang="en-US" dirty="0" err="1"/>
              <a:t>huoneiston</a:t>
            </a:r>
            <a:r>
              <a:rPr lang="en-US" dirty="0"/>
              <a:t> </a:t>
            </a:r>
            <a:r>
              <a:rPr lang="en-US" dirty="0" err="1"/>
              <a:t>numero</a:t>
            </a:r>
            <a:r>
              <a:rPr lang="en-US" dirty="0"/>
              <a:t> </a:t>
            </a:r>
            <a:r>
              <a:rPr lang="en-US" dirty="0" err="1"/>
              <a:t>näkyy</a:t>
            </a:r>
            <a:r>
              <a:rPr lang="en-US" dirty="0"/>
              <a:t> </a:t>
            </a:r>
            <a:r>
              <a:rPr lang="en-US" dirty="0" err="1"/>
              <a:t>vielä</a:t>
            </a:r>
            <a:r>
              <a:rPr lang="en-US" dirty="0"/>
              <a:t> </a:t>
            </a:r>
            <a:r>
              <a:rPr lang="en-US" dirty="0" err="1"/>
              <a:t>uudelleenlatauksen</a:t>
            </a:r>
            <a:r>
              <a:rPr lang="en-US" dirty="0"/>
              <a:t> </a:t>
            </a:r>
            <a:r>
              <a:rPr lang="en-US" dirty="0" err="1"/>
              <a:t>jälkeen</a:t>
            </a:r>
            <a:r>
              <a:rPr lang="en-US" dirty="0"/>
              <a:t>. </a:t>
            </a:r>
            <a:r>
              <a:rPr lang="en-US" dirty="0" err="1"/>
              <a:t>Pyydä</a:t>
            </a:r>
            <a:r>
              <a:rPr lang="en-US" dirty="0"/>
              <a:t> </a:t>
            </a:r>
            <a:r>
              <a:rPr lang="en-US" dirty="0" err="1"/>
              <a:t>toistoa</a:t>
            </a:r>
            <a:r>
              <a:rPr lang="en-US" dirty="0"/>
              <a:t>, </a:t>
            </a:r>
            <a:r>
              <a:rPr lang="en-US" dirty="0" err="1"/>
              <a:t>rajattua</a:t>
            </a:r>
            <a:r>
              <a:rPr lang="en-US" dirty="0"/>
              <a:t> </a:t>
            </a:r>
            <a:r>
              <a:rPr lang="en-US" dirty="0" err="1"/>
              <a:t>muutosta</a:t>
            </a:r>
            <a:r>
              <a:rPr lang="en-US" dirty="0"/>
              <a:t> ja </a:t>
            </a:r>
            <a:r>
              <a:rPr lang="en-US" dirty="0" err="1"/>
              <a:t>sopivaa</a:t>
            </a:r>
            <a:r>
              <a:rPr lang="en-US" dirty="0"/>
              <a:t> </a:t>
            </a:r>
            <a:r>
              <a:rPr lang="en-US" dirty="0" err="1"/>
              <a:t>tarkistusta</a:t>
            </a:r>
            <a:r>
              <a:rPr lang="en-US" dirty="0"/>
              <a:t>. Anna </a:t>
            </a:r>
            <a:r>
              <a:rPr lang="en-US" dirty="0" err="1"/>
              <a:t>yleisölle</a:t>
            </a:r>
            <a:r>
              <a:rPr lang="en-US" dirty="0"/>
              <a:t> 20 </a:t>
            </a:r>
            <a:r>
              <a:rPr lang="en-US" dirty="0" err="1"/>
              <a:t>sekuntia</a:t>
            </a:r>
            <a:r>
              <a:rPr lang="en-US" dirty="0"/>
              <a:t> </a:t>
            </a:r>
            <a:r>
              <a:rPr lang="en-US" dirty="0" err="1"/>
              <a:t>muotoilla</a:t>
            </a:r>
            <a:r>
              <a:rPr lang="en-US" dirty="0"/>
              <a:t> </a:t>
            </a:r>
            <a:r>
              <a:rPr lang="en-US" dirty="0" err="1"/>
              <a:t>mielessään</a:t>
            </a:r>
            <a:r>
              <a:rPr lang="en-US" dirty="0"/>
              <a:t> </a:t>
            </a:r>
            <a:r>
              <a:rPr lang="en-US" dirty="0" err="1"/>
              <a:t>oma</a:t>
            </a:r>
            <a:r>
              <a:rPr lang="en-US" dirty="0"/>
              <a:t> </a:t>
            </a:r>
            <a:r>
              <a:rPr lang="en-US" dirty="0" err="1"/>
              <a:t>tehtävä</a:t>
            </a:r>
            <a:r>
              <a:rPr lang="en-US" dirty="0"/>
              <a:t> </a:t>
            </a:r>
            <a:r>
              <a:rPr lang="en-US" dirty="0" err="1"/>
              <a:t>näihin</a:t>
            </a:r>
            <a:r>
              <a:rPr lang="en-US" dirty="0"/>
              <a:t> </a:t>
            </a:r>
            <a:r>
              <a:rPr lang="en-US" dirty="0" err="1"/>
              <a:t>neljään</a:t>
            </a:r>
            <a:r>
              <a:rPr lang="en-US" dirty="0"/>
              <a:t> </a:t>
            </a:r>
            <a:r>
              <a:rPr lang="en-US" dirty="0" err="1"/>
              <a:t>osaan</a:t>
            </a:r>
            <a:r>
              <a:rPr lang="en-US" dirty="0"/>
              <a:t>. </a:t>
            </a:r>
            <a:r>
              <a:rPr lang="en-US" dirty="0" err="1"/>
              <a:t>Lähteet</a:t>
            </a:r>
            <a:r>
              <a:rPr lang="en-US" dirty="0"/>
              <a:t>: https://</a:t>
            </a:r>
            <a:r>
              <a:rPr lang="en-US" dirty="0" err="1"/>
              <a:t>learn.chatgpt.com</a:t>
            </a:r>
            <a:r>
              <a:rPr lang="en-US" dirty="0"/>
              <a:t>/docs/prompting ; https://</a:t>
            </a:r>
            <a:r>
              <a:rPr lang="en-US" dirty="0" err="1"/>
              <a:t>code.claude.com</a:t>
            </a:r>
            <a:r>
              <a:rPr lang="en-US" dirty="0"/>
              <a:t>/docs/</a:t>
            </a:r>
            <a:r>
              <a:rPr lang="en-US" dirty="0" err="1"/>
              <a:t>en</a:t>
            </a:r>
            <a:r>
              <a:rPr lang="en-US" dirty="0"/>
              <a:t>/best-practices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000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39:00–41:00 · </a:t>
            </a:r>
            <a:r>
              <a:rPr lang="en-US" dirty="0" err="1"/>
              <a:t>Projektin</a:t>
            </a:r>
            <a:r>
              <a:rPr lang="en-US" dirty="0"/>
              <a:t> </a:t>
            </a:r>
            <a:r>
              <a:rPr lang="en-US" dirty="0" err="1"/>
              <a:t>konteksti</a:t>
            </a:r>
            <a:r>
              <a:rPr lang="en-US" dirty="0"/>
              <a:t>. </a:t>
            </a:r>
            <a:r>
              <a:rPr lang="en-US" dirty="0" err="1"/>
              <a:t>Vasemman</a:t>
            </a:r>
            <a:r>
              <a:rPr lang="en-US" dirty="0"/>
              <a:t> </a:t>
            </a:r>
            <a:r>
              <a:rPr lang="en-US" dirty="0" err="1"/>
              <a:t>puolen</a:t>
            </a:r>
            <a:r>
              <a:rPr lang="en-US" dirty="0"/>
              <a:t> </a:t>
            </a:r>
            <a:r>
              <a:rPr lang="en-US" dirty="0" err="1"/>
              <a:t>polut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 </a:t>
            </a:r>
            <a:r>
              <a:rPr lang="en-US" dirty="0" err="1"/>
              <a:t>opetusesimerkkejä</a:t>
            </a:r>
            <a:r>
              <a:rPr lang="en-US" dirty="0"/>
              <a:t>, </a:t>
            </a:r>
            <a:r>
              <a:rPr lang="en-US" dirty="0" err="1"/>
              <a:t>eivät</a:t>
            </a:r>
            <a:r>
              <a:rPr lang="en-US" dirty="0"/>
              <a:t> </a:t>
            </a:r>
            <a:r>
              <a:rPr lang="en-US" dirty="0" err="1"/>
              <a:t>väite</a:t>
            </a:r>
            <a:r>
              <a:rPr lang="en-US" dirty="0"/>
              <a:t> </a:t>
            </a:r>
            <a:r>
              <a:rPr lang="en-US" dirty="0" err="1"/>
              <a:t>tämän</a:t>
            </a:r>
            <a:r>
              <a:rPr lang="en-US" dirty="0"/>
              <a:t> </a:t>
            </a:r>
            <a:r>
              <a:rPr lang="en-US" dirty="0" err="1"/>
              <a:t>esitysrepositorion</a:t>
            </a:r>
            <a:r>
              <a:rPr lang="en-US" dirty="0"/>
              <a:t> </a:t>
            </a:r>
            <a:r>
              <a:rPr lang="en-US" dirty="0" err="1"/>
              <a:t>rakenteesta</a:t>
            </a:r>
            <a:r>
              <a:rPr lang="en-US" dirty="0"/>
              <a:t>. </a:t>
            </a:r>
            <a:r>
              <a:rPr lang="en-US" dirty="0" err="1"/>
              <a:t>Agentti</a:t>
            </a:r>
            <a:r>
              <a:rPr lang="en-US" dirty="0"/>
              <a:t> </a:t>
            </a:r>
            <a:r>
              <a:rPr lang="en-US" dirty="0" err="1"/>
              <a:t>tarvitsee</a:t>
            </a:r>
            <a:r>
              <a:rPr lang="en-US" dirty="0"/>
              <a:t> </a:t>
            </a:r>
            <a:r>
              <a:rPr lang="en-US" dirty="0" err="1"/>
              <a:t>toteutuksen</a:t>
            </a:r>
            <a:r>
              <a:rPr lang="en-US" dirty="0"/>
              <a:t>, </a:t>
            </a:r>
            <a:r>
              <a:rPr lang="en-US" dirty="0" err="1"/>
              <a:t>läheiset</a:t>
            </a:r>
            <a:r>
              <a:rPr lang="en-US" dirty="0"/>
              <a:t> </a:t>
            </a:r>
            <a:r>
              <a:rPr lang="en-US" dirty="0" err="1"/>
              <a:t>esimerkit</a:t>
            </a:r>
            <a:r>
              <a:rPr lang="en-US" dirty="0"/>
              <a:t>, </a:t>
            </a:r>
            <a:r>
              <a:rPr lang="en-US" dirty="0" err="1"/>
              <a:t>testit</a:t>
            </a:r>
            <a:r>
              <a:rPr lang="en-US" dirty="0"/>
              <a:t> ja </a:t>
            </a:r>
            <a:r>
              <a:rPr lang="en-US" dirty="0" err="1"/>
              <a:t>oikeat</a:t>
            </a:r>
            <a:r>
              <a:rPr lang="en-US" dirty="0"/>
              <a:t> </a:t>
            </a:r>
            <a:r>
              <a:rPr lang="en-US" dirty="0" err="1"/>
              <a:t>komennot</a:t>
            </a:r>
            <a:r>
              <a:rPr lang="en-US" dirty="0"/>
              <a:t>. </a:t>
            </a:r>
            <a:r>
              <a:rPr lang="en-US" dirty="0" err="1"/>
              <a:t>Codexin</a:t>
            </a:r>
            <a:r>
              <a:rPr lang="en-US" dirty="0"/>
              <a:t> </a:t>
            </a:r>
            <a:r>
              <a:rPr lang="en-US" dirty="0" err="1"/>
              <a:t>AGENTS.md</a:t>
            </a:r>
            <a:r>
              <a:rPr lang="en-US" dirty="0"/>
              <a:t> ja Claude Coden </a:t>
            </a:r>
            <a:r>
              <a:rPr lang="en-US" dirty="0" err="1"/>
              <a:t>CLAUDE.md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 </a:t>
            </a:r>
            <a:r>
              <a:rPr lang="en-US" dirty="0" err="1"/>
              <a:t>esimerkkejä</a:t>
            </a:r>
            <a:r>
              <a:rPr lang="en-US" dirty="0"/>
              <a:t> </a:t>
            </a:r>
            <a:r>
              <a:rPr lang="en-US" dirty="0" err="1"/>
              <a:t>pysyvien</a:t>
            </a:r>
            <a:r>
              <a:rPr lang="en-US" dirty="0"/>
              <a:t> </a:t>
            </a:r>
            <a:r>
              <a:rPr lang="en-US" dirty="0" err="1"/>
              <a:t>projektiohjeiden</a:t>
            </a:r>
            <a:r>
              <a:rPr lang="en-US" dirty="0"/>
              <a:t> </a:t>
            </a:r>
            <a:r>
              <a:rPr lang="en-US" dirty="0" err="1"/>
              <a:t>paikoista</a:t>
            </a:r>
            <a:r>
              <a:rPr lang="en-US" dirty="0"/>
              <a:t>. Kirjoita </a:t>
            </a:r>
            <a:r>
              <a:rPr lang="en-US" dirty="0" err="1"/>
              <a:t>niihin</a:t>
            </a:r>
            <a:r>
              <a:rPr lang="en-US" dirty="0"/>
              <a:t> </a:t>
            </a:r>
            <a:r>
              <a:rPr lang="en-US" dirty="0" err="1"/>
              <a:t>projektin</a:t>
            </a:r>
            <a:r>
              <a:rPr lang="en-US" dirty="0"/>
              <a:t> </a:t>
            </a:r>
            <a:r>
              <a:rPr lang="en-US" dirty="0" err="1"/>
              <a:t>tavat</a:t>
            </a:r>
            <a:r>
              <a:rPr lang="en-US" dirty="0"/>
              <a:t>, </a:t>
            </a:r>
            <a:r>
              <a:rPr lang="en-US" dirty="0" err="1"/>
              <a:t>testikomennot</a:t>
            </a:r>
            <a:r>
              <a:rPr lang="en-US" dirty="0"/>
              <a:t> ja </a:t>
            </a:r>
            <a:r>
              <a:rPr lang="en-US" dirty="0" err="1"/>
              <a:t>olennaiset</a:t>
            </a:r>
            <a:r>
              <a:rPr lang="en-US" dirty="0"/>
              <a:t> </a:t>
            </a:r>
            <a:r>
              <a:rPr lang="en-US" dirty="0" err="1"/>
              <a:t>rajat</a:t>
            </a:r>
            <a:r>
              <a:rPr lang="en-US" dirty="0"/>
              <a:t>. </a:t>
            </a:r>
            <a:r>
              <a:rPr lang="en-US" dirty="0" err="1"/>
              <a:t>Älä</a:t>
            </a:r>
            <a:r>
              <a:rPr lang="en-US" dirty="0"/>
              <a:t> </a:t>
            </a:r>
            <a:r>
              <a:rPr lang="en-US" dirty="0" err="1"/>
              <a:t>täytä</a:t>
            </a:r>
            <a:r>
              <a:rPr lang="en-US" dirty="0"/>
              <a:t> </a:t>
            </a:r>
            <a:r>
              <a:rPr lang="en-US" dirty="0" err="1"/>
              <a:t>ohjeita</a:t>
            </a:r>
            <a:r>
              <a:rPr lang="en-US" dirty="0"/>
              <a:t> </a:t>
            </a:r>
            <a:r>
              <a:rPr lang="en-US" dirty="0" err="1"/>
              <a:t>kaikella</a:t>
            </a:r>
            <a:r>
              <a:rPr lang="en-US" dirty="0"/>
              <a:t> </a:t>
            </a:r>
            <a:r>
              <a:rPr lang="en-US" dirty="0" err="1"/>
              <a:t>mahdollisella</a:t>
            </a:r>
            <a:r>
              <a:rPr lang="en-US" dirty="0"/>
              <a:t> tai </a:t>
            </a:r>
            <a:r>
              <a:rPr lang="en-US" dirty="0" err="1"/>
              <a:t>kopioi</a:t>
            </a:r>
            <a:r>
              <a:rPr lang="en-US" dirty="0"/>
              <a:t> </a:t>
            </a:r>
            <a:r>
              <a:rPr lang="en-US" dirty="0" err="1"/>
              <a:t>koko</a:t>
            </a:r>
            <a:r>
              <a:rPr lang="en-US" dirty="0"/>
              <a:t> </a:t>
            </a:r>
            <a:r>
              <a:rPr lang="en-US" dirty="0" err="1"/>
              <a:t>repoa</a:t>
            </a:r>
            <a:r>
              <a:rPr lang="en-US" dirty="0"/>
              <a:t> </a:t>
            </a:r>
            <a:r>
              <a:rPr lang="en-US" dirty="0" err="1"/>
              <a:t>jokaiseen</a:t>
            </a:r>
            <a:r>
              <a:rPr lang="en-US" dirty="0"/>
              <a:t> </a:t>
            </a:r>
            <a:r>
              <a:rPr lang="en-US" dirty="0" err="1"/>
              <a:t>pyyntöön</a:t>
            </a:r>
            <a:r>
              <a:rPr lang="en-US" dirty="0"/>
              <a:t>. </a:t>
            </a:r>
            <a:r>
              <a:rPr lang="en-US" dirty="0" err="1"/>
              <a:t>Viittaa</a:t>
            </a:r>
            <a:r>
              <a:rPr lang="en-US" dirty="0"/>
              <a:t> </a:t>
            </a:r>
            <a:r>
              <a:rPr lang="en-US" dirty="0" err="1"/>
              <a:t>löydettävään</a:t>
            </a:r>
            <a:r>
              <a:rPr lang="en-US" dirty="0"/>
              <a:t> </a:t>
            </a:r>
            <a:r>
              <a:rPr lang="en-US" dirty="0" err="1"/>
              <a:t>tietoon</a:t>
            </a:r>
            <a:r>
              <a:rPr lang="en-US" dirty="0"/>
              <a:t> ja anna </a:t>
            </a:r>
            <a:r>
              <a:rPr lang="en-US" dirty="0" err="1"/>
              <a:t>agentin</a:t>
            </a:r>
            <a:r>
              <a:rPr lang="en-US" dirty="0"/>
              <a:t> </a:t>
            </a:r>
            <a:r>
              <a:rPr lang="en-US" dirty="0" err="1"/>
              <a:t>tarkistaa</a:t>
            </a:r>
            <a:r>
              <a:rPr lang="en-US" dirty="0"/>
              <a:t> </a:t>
            </a:r>
            <a:r>
              <a:rPr lang="en-US" dirty="0" err="1"/>
              <a:t>nykyinen</a:t>
            </a:r>
            <a:r>
              <a:rPr lang="en-US" dirty="0"/>
              <a:t> </a:t>
            </a:r>
            <a:r>
              <a:rPr lang="en-US" dirty="0" err="1"/>
              <a:t>toteutus</a:t>
            </a:r>
            <a:r>
              <a:rPr lang="en-US" dirty="0"/>
              <a:t>. Tuo </a:t>
            </a:r>
            <a:r>
              <a:rPr lang="en-US" dirty="0" err="1"/>
              <a:t>ero</a:t>
            </a:r>
            <a:r>
              <a:rPr lang="en-US" dirty="0"/>
              <a:t> </a:t>
            </a:r>
            <a:r>
              <a:rPr lang="en-US" dirty="0" err="1"/>
              <a:t>esiin</a:t>
            </a:r>
            <a:r>
              <a:rPr lang="en-US" dirty="0"/>
              <a:t>: </a:t>
            </a:r>
            <a:r>
              <a:rPr lang="en-US" dirty="0" err="1"/>
              <a:t>tehtäväkohtainen</a:t>
            </a:r>
            <a:r>
              <a:rPr lang="en-US" dirty="0"/>
              <a:t> </a:t>
            </a:r>
            <a:r>
              <a:rPr lang="en-US" dirty="0" err="1"/>
              <a:t>tavoite</a:t>
            </a:r>
            <a:r>
              <a:rPr lang="en-US" dirty="0"/>
              <a:t> </a:t>
            </a:r>
            <a:r>
              <a:rPr lang="en-US" dirty="0" err="1"/>
              <a:t>kuuluu</a:t>
            </a:r>
            <a:r>
              <a:rPr lang="en-US" dirty="0"/>
              <a:t> </a:t>
            </a:r>
            <a:r>
              <a:rPr lang="en-US" dirty="0" err="1"/>
              <a:t>pyyntöön</a:t>
            </a:r>
            <a:r>
              <a:rPr lang="en-US" dirty="0"/>
              <a:t>, </a:t>
            </a:r>
            <a:r>
              <a:rPr lang="en-US" dirty="0" err="1"/>
              <a:t>toistuva</a:t>
            </a:r>
            <a:r>
              <a:rPr lang="en-US" dirty="0"/>
              <a:t> </a:t>
            </a:r>
            <a:r>
              <a:rPr lang="en-US" dirty="0" err="1"/>
              <a:t>projektitieto</a:t>
            </a:r>
            <a:r>
              <a:rPr lang="en-US" dirty="0"/>
              <a:t> </a:t>
            </a:r>
            <a:r>
              <a:rPr lang="en-US" dirty="0" err="1"/>
              <a:t>pysyviin</a:t>
            </a:r>
            <a:r>
              <a:rPr lang="en-US" dirty="0"/>
              <a:t> </a:t>
            </a:r>
            <a:r>
              <a:rPr lang="en-US" dirty="0" err="1"/>
              <a:t>ohjeisiin</a:t>
            </a:r>
            <a:r>
              <a:rPr lang="en-US" dirty="0"/>
              <a:t>. </a:t>
            </a:r>
            <a:r>
              <a:rPr lang="en-US" dirty="0" err="1"/>
              <a:t>Lähteet</a:t>
            </a:r>
            <a:r>
              <a:rPr lang="en-US" dirty="0"/>
              <a:t>: https://</a:t>
            </a:r>
            <a:r>
              <a:rPr lang="en-US" dirty="0" err="1"/>
              <a:t>learn.chatgpt.com</a:t>
            </a:r>
            <a:r>
              <a:rPr lang="en-US" dirty="0"/>
              <a:t>/docs/agent-configuration/agents-md ; https://</a:t>
            </a:r>
            <a:r>
              <a:rPr lang="en-US" dirty="0" err="1"/>
              <a:t>code.claude.com</a:t>
            </a:r>
            <a:r>
              <a:rPr lang="en-US" dirty="0"/>
              <a:t>/docs/</a:t>
            </a:r>
            <a:r>
              <a:rPr lang="en-US" dirty="0" err="1"/>
              <a:t>en</a:t>
            </a:r>
            <a:r>
              <a:rPr lang="en-US" dirty="0"/>
              <a:t>/best-practices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24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41:00–43:00 · </a:t>
            </a:r>
            <a:r>
              <a:rPr lang="en-US" dirty="0" err="1"/>
              <a:t>Työkalut</a:t>
            </a:r>
            <a:r>
              <a:rPr lang="en-US" dirty="0"/>
              <a:t> </a:t>
            </a:r>
            <a:r>
              <a:rPr lang="en-US" dirty="0" err="1"/>
              <a:t>konkreettisesti</a:t>
            </a:r>
            <a:r>
              <a:rPr lang="en-US" dirty="0"/>
              <a:t>. </a:t>
            </a:r>
            <a:r>
              <a:rPr lang="en-US" dirty="0" err="1"/>
              <a:t>Shellillä</a:t>
            </a:r>
            <a:r>
              <a:rPr lang="en-US" dirty="0"/>
              <a:t> </a:t>
            </a:r>
            <a:r>
              <a:rPr lang="en-US" dirty="0" err="1"/>
              <a:t>agentti</a:t>
            </a:r>
            <a:r>
              <a:rPr lang="en-US" dirty="0"/>
              <a:t> </a:t>
            </a:r>
            <a:r>
              <a:rPr lang="en-US" dirty="0" err="1"/>
              <a:t>voi</a:t>
            </a:r>
            <a:r>
              <a:rPr lang="en-US" dirty="0"/>
              <a:t> </a:t>
            </a:r>
            <a:r>
              <a:rPr lang="en-US" dirty="0" err="1"/>
              <a:t>ajaa</a:t>
            </a:r>
            <a:r>
              <a:rPr lang="en-US" dirty="0"/>
              <a:t> </a:t>
            </a:r>
            <a:r>
              <a:rPr lang="en-US" dirty="0" err="1"/>
              <a:t>projektin</a:t>
            </a:r>
            <a:r>
              <a:rPr lang="en-US" dirty="0"/>
              <a:t> </a:t>
            </a:r>
            <a:r>
              <a:rPr lang="en-US" dirty="0" err="1"/>
              <a:t>testikomennon</a:t>
            </a:r>
            <a:r>
              <a:rPr lang="en-US" dirty="0"/>
              <a:t>. </a:t>
            </a:r>
            <a:r>
              <a:rPr lang="en-US" dirty="0" err="1"/>
              <a:t>Selaimella</a:t>
            </a:r>
            <a:r>
              <a:rPr lang="en-US" dirty="0"/>
              <a:t> se </a:t>
            </a:r>
            <a:r>
              <a:rPr lang="en-US" dirty="0" err="1"/>
              <a:t>voi</a:t>
            </a:r>
            <a:r>
              <a:rPr lang="en-US" dirty="0"/>
              <a:t> </a:t>
            </a:r>
            <a:r>
              <a:rPr lang="en-US" dirty="0" err="1"/>
              <a:t>tarkistaa</a:t>
            </a:r>
            <a:r>
              <a:rPr lang="en-US" dirty="0"/>
              <a:t> </a:t>
            </a:r>
            <a:r>
              <a:rPr lang="en-US" dirty="0" err="1"/>
              <a:t>käyttäjälle</a:t>
            </a:r>
            <a:r>
              <a:rPr lang="en-US" dirty="0"/>
              <a:t> </a:t>
            </a:r>
            <a:r>
              <a:rPr lang="en-US" dirty="0" err="1"/>
              <a:t>näkyvän</a:t>
            </a:r>
            <a:r>
              <a:rPr lang="en-US" dirty="0"/>
              <a:t> </a:t>
            </a:r>
            <a:r>
              <a:rPr lang="en-US" dirty="0" err="1"/>
              <a:t>toiminnan</a:t>
            </a:r>
            <a:r>
              <a:rPr lang="en-US" dirty="0"/>
              <a:t>. MCP-</a:t>
            </a:r>
            <a:r>
              <a:rPr lang="en-US" dirty="0" err="1"/>
              <a:t>yhteys</a:t>
            </a:r>
            <a:r>
              <a:rPr lang="en-US" dirty="0"/>
              <a:t> </a:t>
            </a:r>
            <a:r>
              <a:rPr lang="en-US" dirty="0" err="1"/>
              <a:t>voi</a:t>
            </a:r>
            <a:r>
              <a:rPr lang="en-US" dirty="0"/>
              <a:t> </a:t>
            </a:r>
            <a:r>
              <a:rPr lang="en-US" dirty="0" err="1"/>
              <a:t>tuoda</a:t>
            </a:r>
            <a:r>
              <a:rPr lang="en-US" dirty="0"/>
              <a:t> </a:t>
            </a:r>
            <a:r>
              <a:rPr lang="en-US" dirty="0" err="1"/>
              <a:t>saataville</a:t>
            </a:r>
            <a:r>
              <a:rPr lang="en-US" dirty="0"/>
              <a:t> </a:t>
            </a:r>
            <a:r>
              <a:rPr lang="en-US" dirty="0" err="1"/>
              <a:t>liitetyn</a:t>
            </a:r>
            <a:r>
              <a:rPr lang="en-US" dirty="0"/>
              <a:t> </a:t>
            </a:r>
            <a:r>
              <a:rPr lang="en-US" dirty="0" err="1"/>
              <a:t>palvelun</a:t>
            </a:r>
            <a:r>
              <a:rPr lang="en-US" dirty="0"/>
              <a:t>, </a:t>
            </a:r>
            <a:r>
              <a:rPr lang="en-US" dirty="0" err="1"/>
              <a:t>kuten</a:t>
            </a:r>
            <a:r>
              <a:rPr lang="en-US" dirty="0"/>
              <a:t> </a:t>
            </a:r>
            <a:r>
              <a:rPr lang="en-US" dirty="0" err="1"/>
              <a:t>tehtäväjärjestelmän</a:t>
            </a:r>
            <a:r>
              <a:rPr lang="en-US" dirty="0"/>
              <a:t>, </a:t>
            </a:r>
            <a:r>
              <a:rPr lang="en-US" dirty="0" err="1"/>
              <a:t>jos</a:t>
            </a:r>
            <a:r>
              <a:rPr lang="en-US" dirty="0"/>
              <a:t> </a:t>
            </a:r>
            <a:r>
              <a:rPr lang="en-US" dirty="0" err="1"/>
              <a:t>sellainen</a:t>
            </a:r>
            <a:r>
              <a:rPr lang="en-US" dirty="0"/>
              <a:t> on </a:t>
            </a:r>
            <a:r>
              <a:rPr lang="en-US" dirty="0" err="1"/>
              <a:t>asennettu</a:t>
            </a:r>
            <a:r>
              <a:rPr lang="en-US" dirty="0"/>
              <a:t> ja </a:t>
            </a:r>
            <a:r>
              <a:rPr lang="en-US" dirty="0" err="1"/>
              <a:t>sallittu</a:t>
            </a:r>
            <a:r>
              <a:rPr lang="en-US" dirty="0"/>
              <a:t>. Skill </a:t>
            </a:r>
            <a:r>
              <a:rPr lang="en-US" dirty="0" err="1"/>
              <a:t>kuvaa</a:t>
            </a:r>
            <a:r>
              <a:rPr lang="en-US" dirty="0"/>
              <a:t> </a:t>
            </a:r>
            <a:r>
              <a:rPr lang="en-US" dirty="0" err="1"/>
              <a:t>uudelleenkäytettävän</a:t>
            </a:r>
            <a:r>
              <a:rPr lang="en-US" dirty="0"/>
              <a:t> </a:t>
            </a:r>
            <a:r>
              <a:rPr lang="en-US" dirty="0" err="1"/>
              <a:t>työtavan</a:t>
            </a:r>
            <a:r>
              <a:rPr lang="en-US" dirty="0"/>
              <a:t> ja </a:t>
            </a:r>
            <a:r>
              <a:rPr lang="en-US" dirty="0" err="1"/>
              <a:t>voi</a:t>
            </a:r>
            <a:r>
              <a:rPr lang="en-US" dirty="0"/>
              <a:t> </a:t>
            </a:r>
            <a:r>
              <a:rPr lang="en-US" dirty="0" err="1"/>
              <a:t>sisältää</a:t>
            </a:r>
            <a:r>
              <a:rPr lang="en-US" dirty="0"/>
              <a:t> </a:t>
            </a:r>
            <a:r>
              <a:rPr lang="en-US" dirty="0" err="1"/>
              <a:t>tukiresursseja</a:t>
            </a:r>
            <a:r>
              <a:rPr lang="en-US" dirty="0"/>
              <a:t>. </a:t>
            </a:r>
            <a:r>
              <a:rPr lang="en-US" dirty="0" err="1"/>
              <a:t>Nämä</a:t>
            </a:r>
            <a:r>
              <a:rPr lang="en-US" dirty="0"/>
              <a:t> </a:t>
            </a:r>
            <a:r>
              <a:rPr lang="en-US" dirty="0" err="1"/>
              <a:t>eivät</a:t>
            </a:r>
            <a:r>
              <a:rPr lang="en-US" dirty="0"/>
              <a:t> ole </a:t>
            </a:r>
            <a:r>
              <a:rPr lang="en-US" dirty="0" err="1"/>
              <a:t>keskenään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asia</a:t>
            </a:r>
            <a:r>
              <a:rPr lang="en-US" dirty="0"/>
              <a:t>, </a:t>
            </a:r>
            <a:r>
              <a:rPr lang="en-US" dirty="0" err="1"/>
              <a:t>eikä</a:t>
            </a:r>
            <a:r>
              <a:rPr lang="en-US" dirty="0"/>
              <a:t> </a:t>
            </a:r>
            <a:r>
              <a:rPr lang="en-US" dirty="0" err="1"/>
              <a:t>jokainen</a:t>
            </a:r>
            <a:r>
              <a:rPr lang="en-US" dirty="0"/>
              <a:t> </a:t>
            </a:r>
            <a:r>
              <a:rPr lang="en-US" dirty="0" err="1"/>
              <a:t>tehtävä</a:t>
            </a:r>
            <a:r>
              <a:rPr lang="en-US" dirty="0"/>
              <a:t> </a:t>
            </a:r>
            <a:r>
              <a:rPr lang="en-US" dirty="0" err="1"/>
              <a:t>tarvitse</a:t>
            </a:r>
            <a:r>
              <a:rPr lang="en-US" dirty="0"/>
              <a:t> </a:t>
            </a:r>
            <a:r>
              <a:rPr lang="en-US" dirty="0" err="1"/>
              <a:t>kaikkia</a:t>
            </a:r>
            <a:r>
              <a:rPr lang="en-US" dirty="0"/>
              <a:t>. Anna </a:t>
            </a:r>
            <a:r>
              <a:rPr lang="en-US" dirty="0" err="1"/>
              <a:t>tehtävän</a:t>
            </a:r>
            <a:r>
              <a:rPr lang="en-US" dirty="0"/>
              <a:t> </a:t>
            </a:r>
            <a:r>
              <a:rPr lang="en-US" dirty="0" err="1"/>
              <a:t>vaatimat</a:t>
            </a:r>
            <a:r>
              <a:rPr lang="en-US" dirty="0"/>
              <a:t> </a:t>
            </a:r>
            <a:r>
              <a:rPr lang="en-US" dirty="0" err="1"/>
              <a:t>käyttöoikeudet</a:t>
            </a:r>
            <a:r>
              <a:rPr lang="en-US" dirty="0"/>
              <a:t> ja </a:t>
            </a:r>
            <a:r>
              <a:rPr lang="en-US" dirty="0" err="1"/>
              <a:t>varmista</a:t>
            </a:r>
            <a:r>
              <a:rPr lang="en-US" dirty="0"/>
              <a:t>, </a:t>
            </a:r>
            <a:r>
              <a:rPr lang="en-US" dirty="0" err="1"/>
              <a:t>että</a:t>
            </a:r>
            <a:r>
              <a:rPr lang="en-US" dirty="0"/>
              <a:t> </a:t>
            </a:r>
            <a:r>
              <a:rPr lang="en-US" dirty="0" err="1"/>
              <a:t>agentti</a:t>
            </a:r>
            <a:r>
              <a:rPr lang="en-US" dirty="0"/>
              <a:t> </a:t>
            </a:r>
            <a:r>
              <a:rPr lang="en-US" dirty="0" err="1"/>
              <a:t>tietää</a:t>
            </a:r>
            <a:r>
              <a:rPr lang="en-US" dirty="0"/>
              <a:t> </a:t>
            </a:r>
            <a:r>
              <a:rPr lang="en-US" dirty="0" err="1"/>
              <a:t>missä</a:t>
            </a:r>
            <a:r>
              <a:rPr lang="en-US" dirty="0"/>
              <a:t> se </a:t>
            </a:r>
            <a:r>
              <a:rPr lang="en-US" dirty="0" err="1"/>
              <a:t>työskentelee</a:t>
            </a:r>
            <a:r>
              <a:rPr lang="en-US" dirty="0"/>
              <a:t>. </a:t>
            </a:r>
            <a:r>
              <a:rPr lang="en-US" dirty="0" err="1"/>
              <a:t>Agentin</a:t>
            </a:r>
            <a:r>
              <a:rPr lang="en-US" dirty="0"/>
              <a:t> </a:t>
            </a:r>
            <a:r>
              <a:rPr lang="en-US" dirty="0" err="1"/>
              <a:t>onnistumista</a:t>
            </a:r>
            <a:r>
              <a:rPr lang="en-US" dirty="0"/>
              <a:t> </a:t>
            </a:r>
            <a:r>
              <a:rPr lang="en-US" dirty="0" err="1"/>
              <a:t>arvioidaan</a:t>
            </a:r>
            <a:r>
              <a:rPr lang="en-US" dirty="0"/>
              <a:t> </a:t>
            </a:r>
            <a:r>
              <a:rPr lang="en-US" dirty="0" err="1"/>
              <a:t>tuloksesta</a:t>
            </a:r>
            <a:r>
              <a:rPr lang="en-US" dirty="0"/>
              <a:t>,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käytettyjen</a:t>
            </a:r>
            <a:r>
              <a:rPr lang="en-US" dirty="0"/>
              <a:t> </a:t>
            </a:r>
            <a:r>
              <a:rPr lang="en-US" dirty="0" err="1"/>
              <a:t>työkalujen</a:t>
            </a:r>
            <a:r>
              <a:rPr lang="en-US" dirty="0"/>
              <a:t> </a:t>
            </a:r>
            <a:r>
              <a:rPr lang="en-US" dirty="0" err="1"/>
              <a:t>määrästä</a:t>
            </a:r>
            <a:r>
              <a:rPr lang="en-US" dirty="0"/>
              <a:t>. </a:t>
            </a:r>
            <a:r>
              <a:rPr lang="en-US" dirty="0" err="1"/>
              <a:t>Siirry</a:t>
            </a:r>
            <a:r>
              <a:rPr lang="en-US" dirty="0"/>
              <a:t> </a:t>
            </a:r>
            <a:r>
              <a:rPr lang="en-US" dirty="0" err="1"/>
              <a:t>konkreettiseen</a:t>
            </a:r>
            <a:r>
              <a:rPr lang="en-US" dirty="0"/>
              <a:t> </a:t>
            </a:r>
            <a:r>
              <a:rPr lang="en-US" dirty="0" err="1"/>
              <a:t>virheen</a:t>
            </a:r>
            <a:r>
              <a:rPr lang="en-US" dirty="0"/>
              <a:t> </a:t>
            </a:r>
            <a:r>
              <a:rPr lang="en-US" dirty="0" err="1"/>
              <a:t>toistoon</a:t>
            </a:r>
            <a:r>
              <a:rPr lang="en-US" dirty="0"/>
              <a:t>. </a:t>
            </a:r>
            <a:r>
              <a:rPr lang="en-US" dirty="0" err="1"/>
              <a:t>Lähteet</a:t>
            </a:r>
            <a:r>
              <a:rPr lang="en-US" dirty="0"/>
              <a:t>: https://</a:t>
            </a:r>
            <a:r>
              <a:rPr lang="en-US" dirty="0" err="1"/>
              <a:t>learn.chatgpt.com</a:t>
            </a:r>
            <a:r>
              <a:rPr lang="en-US" dirty="0"/>
              <a:t>/docs/build-skills ; https://</a:t>
            </a:r>
            <a:r>
              <a:rPr lang="en-US" dirty="0" err="1"/>
              <a:t>modelcontextprotocol.io</a:t>
            </a:r>
            <a:r>
              <a:rPr lang="en-US" dirty="0"/>
              <a:t>/docs/develop/clients/client-best-practices ; https://</a:t>
            </a:r>
            <a:r>
              <a:rPr lang="en-US" dirty="0" err="1"/>
              <a:t>code.claude.com</a:t>
            </a:r>
            <a:r>
              <a:rPr lang="en-US" dirty="0"/>
              <a:t>/docs/</a:t>
            </a:r>
            <a:r>
              <a:rPr lang="en-US" dirty="0" err="1"/>
              <a:t>en</a:t>
            </a:r>
            <a:r>
              <a:rPr lang="en-US" dirty="0"/>
              <a:t>/common-workflows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062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43:00–45:00 · </a:t>
            </a:r>
            <a:r>
              <a:rPr lang="en-US" dirty="0" err="1"/>
              <a:t>Toista</a:t>
            </a:r>
            <a:r>
              <a:rPr lang="en-US" dirty="0"/>
              <a:t> </a:t>
            </a:r>
            <a:r>
              <a:rPr lang="en-US" dirty="0" err="1"/>
              <a:t>ensin</a:t>
            </a:r>
            <a:r>
              <a:rPr lang="en-US" dirty="0"/>
              <a:t>. Havainnollistuksessa </a:t>
            </a:r>
            <a:r>
              <a:rPr lang="en-US" dirty="0" err="1"/>
              <a:t>käyttäjä</a:t>
            </a:r>
            <a:r>
              <a:rPr lang="en-US" dirty="0"/>
              <a:t> </a:t>
            </a:r>
            <a:r>
              <a:rPr lang="en-US" dirty="0" err="1"/>
              <a:t>kirjoittaa</a:t>
            </a:r>
            <a:r>
              <a:rPr lang="en-US" dirty="0"/>
              <a:t> </a:t>
            </a:r>
            <a:r>
              <a:rPr lang="en-US" dirty="0" err="1"/>
              <a:t>huoneistoksi</a:t>
            </a:r>
            <a:r>
              <a:rPr lang="en-US" dirty="0"/>
              <a:t> B 7. Tallennus </a:t>
            </a:r>
            <a:r>
              <a:rPr lang="en-US" dirty="0" err="1"/>
              <a:t>näyttää</a:t>
            </a:r>
            <a:r>
              <a:rPr lang="en-US" dirty="0"/>
              <a:t> </a:t>
            </a:r>
            <a:r>
              <a:rPr lang="en-US" dirty="0" err="1"/>
              <a:t>onnistuneen</a:t>
            </a:r>
            <a:r>
              <a:rPr lang="en-US" dirty="0"/>
              <a:t>, </a:t>
            </a:r>
            <a:r>
              <a:rPr lang="en-US" dirty="0" err="1"/>
              <a:t>mutta</a:t>
            </a:r>
            <a:r>
              <a:rPr lang="en-US" dirty="0"/>
              <a:t> </a:t>
            </a:r>
            <a:r>
              <a:rPr lang="en-US" dirty="0" err="1"/>
              <a:t>uudelleenlatauksen</a:t>
            </a:r>
            <a:r>
              <a:rPr lang="en-US" dirty="0"/>
              <a:t> </a:t>
            </a:r>
            <a:r>
              <a:rPr lang="en-US" dirty="0" err="1"/>
              <a:t>jälkeen</a:t>
            </a:r>
            <a:r>
              <a:rPr lang="en-US" dirty="0"/>
              <a:t> </a:t>
            </a:r>
            <a:r>
              <a:rPr lang="en-US" dirty="0" err="1"/>
              <a:t>kenttä</a:t>
            </a:r>
            <a:r>
              <a:rPr lang="en-US" dirty="0"/>
              <a:t> on </a:t>
            </a:r>
            <a:r>
              <a:rPr lang="en-US" dirty="0" err="1"/>
              <a:t>tyhjä</a:t>
            </a:r>
            <a:r>
              <a:rPr lang="en-US" dirty="0"/>
              <a:t>. </a:t>
            </a:r>
            <a:r>
              <a:rPr lang="en-US" dirty="0" err="1"/>
              <a:t>Tämä</a:t>
            </a:r>
            <a:r>
              <a:rPr lang="en-US" dirty="0"/>
              <a:t> on </a:t>
            </a:r>
            <a:r>
              <a:rPr lang="en-US" dirty="0" err="1"/>
              <a:t>kirjoitettu</a:t>
            </a:r>
            <a:r>
              <a:rPr lang="en-US" dirty="0"/>
              <a:t> </a:t>
            </a:r>
            <a:r>
              <a:rPr lang="en-US" dirty="0" err="1"/>
              <a:t>opetusesimerkki</a:t>
            </a:r>
            <a:r>
              <a:rPr lang="en-US" dirty="0"/>
              <a:t>,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todellinen</a:t>
            </a:r>
            <a:r>
              <a:rPr lang="en-US" dirty="0"/>
              <a:t> </a:t>
            </a:r>
            <a:r>
              <a:rPr lang="en-US" dirty="0" err="1"/>
              <a:t>ruutukaappaus</a:t>
            </a:r>
            <a:r>
              <a:rPr lang="en-US" dirty="0"/>
              <a:t>. </a:t>
            </a:r>
            <a:r>
              <a:rPr lang="en-US" dirty="0" err="1"/>
              <a:t>Agentin</a:t>
            </a:r>
            <a:r>
              <a:rPr lang="en-US" dirty="0"/>
              <a:t> </a:t>
            </a:r>
            <a:r>
              <a:rPr lang="en-US" dirty="0" err="1"/>
              <a:t>pitäisi</a:t>
            </a:r>
            <a:r>
              <a:rPr lang="en-US" dirty="0"/>
              <a:t> </a:t>
            </a:r>
            <a:r>
              <a:rPr lang="en-US" dirty="0" err="1"/>
              <a:t>todellisessa</a:t>
            </a:r>
            <a:r>
              <a:rPr lang="en-US" dirty="0"/>
              <a:t> </a:t>
            </a:r>
            <a:r>
              <a:rPr lang="en-US" dirty="0" err="1"/>
              <a:t>tehtävässä</a:t>
            </a:r>
            <a:r>
              <a:rPr lang="en-US" dirty="0"/>
              <a:t> </a:t>
            </a:r>
            <a:r>
              <a:rPr lang="en-US" dirty="0" err="1"/>
              <a:t>havaita</a:t>
            </a:r>
            <a:r>
              <a:rPr lang="en-US" dirty="0"/>
              <a:t> </a:t>
            </a:r>
            <a:r>
              <a:rPr lang="en-US" dirty="0" err="1"/>
              <a:t>vastaava</a:t>
            </a:r>
            <a:r>
              <a:rPr lang="en-US" dirty="0"/>
              <a:t> </a:t>
            </a:r>
            <a:r>
              <a:rPr lang="en-US" dirty="0" err="1"/>
              <a:t>virhe</a:t>
            </a:r>
            <a:r>
              <a:rPr lang="en-US" dirty="0"/>
              <a:t> ja </a:t>
            </a:r>
            <a:r>
              <a:rPr lang="en-US" dirty="0" err="1"/>
              <a:t>seurata</a:t>
            </a:r>
            <a:r>
              <a:rPr lang="en-US" dirty="0"/>
              <a:t> </a:t>
            </a:r>
            <a:r>
              <a:rPr lang="en-US" dirty="0" err="1"/>
              <a:t>arvoa</a:t>
            </a:r>
            <a:r>
              <a:rPr lang="en-US" dirty="0"/>
              <a:t> </a:t>
            </a:r>
            <a:r>
              <a:rPr lang="en-US" dirty="0" err="1"/>
              <a:t>lomakkeesta</a:t>
            </a:r>
            <a:r>
              <a:rPr lang="en-US" dirty="0"/>
              <a:t> </a:t>
            </a:r>
            <a:r>
              <a:rPr lang="en-US" dirty="0" err="1"/>
              <a:t>lähetettävään</a:t>
            </a:r>
            <a:r>
              <a:rPr lang="en-US" dirty="0"/>
              <a:t> </a:t>
            </a:r>
            <a:r>
              <a:rPr lang="en-US" dirty="0" err="1"/>
              <a:t>tietoon</a:t>
            </a:r>
            <a:r>
              <a:rPr lang="en-US" dirty="0"/>
              <a:t>, </a:t>
            </a:r>
            <a:r>
              <a:rPr lang="en-US" dirty="0" err="1"/>
              <a:t>palvelimen</a:t>
            </a:r>
            <a:r>
              <a:rPr lang="en-US" dirty="0"/>
              <a:t> </a:t>
            </a:r>
            <a:r>
              <a:rPr lang="en-US" dirty="0" err="1"/>
              <a:t>tallennukseen</a:t>
            </a:r>
            <a:r>
              <a:rPr lang="en-US" dirty="0"/>
              <a:t> ja </a:t>
            </a:r>
            <a:r>
              <a:rPr lang="en-US" dirty="0" err="1"/>
              <a:t>takaisin</a:t>
            </a:r>
            <a:r>
              <a:rPr lang="en-US" dirty="0"/>
              <a:t> </a:t>
            </a:r>
            <a:r>
              <a:rPr lang="en-US" dirty="0" err="1"/>
              <a:t>näkymään</a:t>
            </a:r>
            <a:r>
              <a:rPr lang="en-US" dirty="0"/>
              <a:t>. </a:t>
            </a:r>
            <a:r>
              <a:rPr lang="en-US" dirty="0" err="1"/>
              <a:t>Älä</a:t>
            </a:r>
            <a:r>
              <a:rPr lang="en-US" dirty="0"/>
              <a:t> </a:t>
            </a:r>
            <a:r>
              <a:rPr lang="en-US" dirty="0" err="1"/>
              <a:t>oleta</a:t>
            </a:r>
            <a:r>
              <a:rPr lang="en-US" dirty="0"/>
              <a:t> </a:t>
            </a:r>
            <a:r>
              <a:rPr lang="en-US" dirty="0" err="1"/>
              <a:t>syytä</a:t>
            </a:r>
            <a:r>
              <a:rPr lang="en-US" dirty="0"/>
              <a:t> </a:t>
            </a:r>
            <a:r>
              <a:rPr lang="en-US" dirty="0" err="1"/>
              <a:t>pelkän</a:t>
            </a:r>
            <a:r>
              <a:rPr lang="en-US" dirty="0"/>
              <a:t> </a:t>
            </a:r>
            <a:r>
              <a:rPr lang="en-US" dirty="0" err="1"/>
              <a:t>oireen</a:t>
            </a:r>
            <a:r>
              <a:rPr lang="en-US" dirty="0"/>
              <a:t> </a:t>
            </a:r>
            <a:r>
              <a:rPr lang="en-US" dirty="0" err="1"/>
              <a:t>perusteella</a:t>
            </a:r>
            <a:r>
              <a:rPr lang="en-US" dirty="0"/>
              <a:t>. </a:t>
            </a:r>
            <a:r>
              <a:rPr lang="en-US" dirty="0" err="1"/>
              <a:t>Tässä</a:t>
            </a:r>
            <a:r>
              <a:rPr lang="en-US" dirty="0"/>
              <a:t> </a:t>
            </a:r>
            <a:r>
              <a:rPr lang="en-US" dirty="0" err="1"/>
              <a:t>seuraava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näyttää</a:t>
            </a:r>
            <a:r>
              <a:rPr lang="en-US" dirty="0"/>
              <a:t> </a:t>
            </a:r>
            <a:r>
              <a:rPr lang="en-US" dirty="0" err="1"/>
              <a:t>yhden</a:t>
            </a:r>
            <a:r>
              <a:rPr lang="en-US" dirty="0"/>
              <a:t> </a:t>
            </a:r>
            <a:r>
              <a:rPr lang="en-US" dirty="0" err="1"/>
              <a:t>mahdollisen</a:t>
            </a:r>
            <a:r>
              <a:rPr lang="en-US" dirty="0"/>
              <a:t> </a:t>
            </a:r>
            <a:r>
              <a:rPr lang="en-US" dirty="0" err="1"/>
              <a:t>syyn</a:t>
            </a:r>
            <a:r>
              <a:rPr lang="en-US" dirty="0"/>
              <a:t>: </a:t>
            </a:r>
            <a:r>
              <a:rPr lang="en-US" dirty="0" err="1"/>
              <a:t>kenttä</a:t>
            </a:r>
            <a:r>
              <a:rPr lang="en-US" dirty="0"/>
              <a:t> </a:t>
            </a:r>
            <a:r>
              <a:rPr lang="en-US" dirty="0" err="1"/>
              <a:t>puuttuu</a:t>
            </a:r>
            <a:r>
              <a:rPr lang="en-US" dirty="0"/>
              <a:t> </a:t>
            </a:r>
            <a:r>
              <a:rPr lang="en-US" dirty="0" err="1"/>
              <a:t>muodostettavasta</a:t>
            </a:r>
            <a:r>
              <a:rPr lang="en-US" dirty="0"/>
              <a:t> </a:t>
            </a:r>
            <a:r>
              <a:rPr lang="en-US" dirty="0" err="1"/>
              <a:t>payloadista</a:t>
            </a:r>
            <a:r>
              <a:rPr lang="en-US" dirty="0"/>
              <a:t>. </a:t>
            </a:r>
            <a:r>
              <a:rPr lang="en-US" dirty="0" err="1"/>
              <a:t>Kysy</a:t>
            </a:r>
            <a:r>
              <a:rPr lang="en-US" dirty="0"/>
              <a:t>, </a:t>
            </a:r>
            <a:r>
              <a:rPr lang="en-US" dirty="0" err="1"/>
              <a:t>missä</a:t>
            </a:r>
            <a:r>
              <a:rPr lang="en-US" dirty="0"/>
              <a:t> </a:t>
            </a:r>
            <a:r>
              <a:rPr lang="en-US" dirty="0" err="1"/>
              <a:t>muissa</a:t>
            </a:r>
            <a:r>
              <a:rPr lang="en-US" dirty="0"/>
              <a:t> </a:t>
            </a:r>
            <a:r>
              <a:rPr lang="en-US" dirty="0" err="1"/>
              <a:t>kohdissa</a:t>
            </a:r>
            <a:r>
              <a:rPr lang="en-US" dirty="0"/>
              <a:t> </a:t>
            </a:r>
            <a:r>
              <a:rPr lang="en-US" dirty="0" err="1"/>
              <a:t>arvo</a:t>
            </a:r>
            <a:r>
              <a:rPr lang="en-US" dirty="0"/>
              <a:t> </a:t>
            </a:r>
            <a:r>
              <a:rPr lang="en-US" dirty="0" err="1"/>
              <a:t>voisi</a:t>
            </a:r>
            <a:r>
              <a:rPr lang="en-US" dirty="0"/>
              <a:t> </a:t>
            </a:r>
            <a:r>
              <a:rPr lang="en-US" dirty="0" err="1"/>
              <a:t>kadota</a:t>
            </a:r>
            <a:r>
              <a:rPr lang="en-US" dirty="0"/>
              <a:t>. </a:t>
            </a:r>
            <a:r>
              <a:rPr lang="en-US" dirty="0" err="1"/>
              <a:t>Hyvä</a:t>
            </a:r>
            <a:r>
              <a:rPr lang="en-US" dirty="0"/>
              <a:t> </a:t>
            </a:r>
            <a:r>
              <a:rPr lang="en-US" dirty="0" err="1"/>
              <a:t>toisto</a:t>
            </a:r>
            <a:r>
              <a:rPr lang="en-US" dirty="0"/>
              <a:t> </a:t>
            </a:r>
            <a:r>
              <a:rPr lang="en-US" dirty="0" err="1"/>
              <a:t>auttaa</a:t>
            </a:r>
            <a:r>
              <a:rPr lang="en-US" dirty="0"/>
              <a:t> </a:t>
            </a:r>
            <a:r>
              <a:rPr lang="en-US" dirty="0" err="1"/>
              <a:t>rajaamaan</a:t>
            </a:r>
            <a:r>
              <a:rPr lang="en-US" dirty="0"/>
              <a:t> </a:t>
            </a:r>
            <a:r>
              <a:rPr lang="en-US" dirty="0" err="1"/>
              <a:t>korjauksen</a:t>
            </a:r>
            <a:r>
              <a:rPr lang="en-US" dirty="0"/>
              <a:t> ja </a:t>
            </a:r>
            <a:r>
              <a:rPr lang="en-US" dirty="0" err="1"/>
              <a:t>luomaan</a:t>
            </a:r>
            <a:r>
              <a:rPr lang="en-US" dirty="0"/>
              <a:t> </a:t>
            </a:r>
            <a:r>
              <a:rPr lang="en-US" dirty="0" err="1"/>
              <a:t>regressiotarkistuksen</a:t>
            </a:r>
            <a:r>
              <a:rPr lang="en-US" dirty="0"/>
              <a:t>. Lähde </a:t>
            </a:r>
            <a:r>
              <a:rPr lang="en-US" dirty="0" err="1"/>
              <a:t>työskentelyperiaatteelle</a:t>
            </a:r>
            <a:r>
              <a:rPr lang="en-US" dirty="0"/>
              <a:t>: https://</a:t>
            </a:r>
            <a:r>
              <a:rPr lang="en-US" dirty="0" err="1"/>
              <a:t>code.claude.com</a:t>
            </a:r>
            <a:r>
              <a:rPr lang="en-US" dirty="0"/>
              <a:t>/docs/</a:t>
            </a:r>
            <a:r>
              <a:rPr lang="en-US" dirty="0" err="1"/>
              <a:t>en</a:t>
            </a:r>
            <a:r>
              <a:rPr lang="en-US" dirty="0"/>
              <a:t>/best-practices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619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45:00–47:00 · </a:t>
            </a:r>
            <a:r>
              <a:rPr lang="en-US" dirty="0" err="1"/>
              <a:t>Muutos</a:t>
            </a:r>
            <a:r>
              <a:rPr lang="en-US" dirty="0"/>
              <a:t> ja </a:t>
            </a:r>
            <a:r>
              <a:rPr lang="en-US" dirty="0" err="1"/>
              <a:t>näyttö</a:t>
            </a:r>
            <a:r>
              <a:rPr lang="en-US" dirty="0"/>
              <a:t>. </a:t>
            </a:r>
            <a:r>
              <a:rPr lang="en-US" dirty="0" err="1"/>
              <a:t>Koodikatkelma</a:t>
            </a:r>
            <a:r>
              <a:rPr lang="en-US" dirty="0"/>
              <a:t> on </a:t>
            </a:r>
            <a:r>
              <a:rPr lang="en-US" dirty="0" err="1"/>
              <a:t>korjausidean</a:t>
            </a:r>
            <a:r>
              <a:rPr lang="en-US" dirty="0"/>
              <a:t> </a:t>
            </a:r>
            <a:r>
              <a:rPr lang="en-US" dirty="0" err="1"/>
              <a:t>yksinkertaistettu</a:t>
            </a:r>
            <a:r>
              <a:rPr lang="en-US" dirty="0"/>
              <a:t> </a:t>
            </a:r>
            <a:r>
              <a:rPr lang="en-US" dirty="0" err="1"/>
              <a:t>ydin</a:t>
            </a:r>
            <a:r>
              <a:rPr lang="en-US" dirty="0"/>
              <a:t>: apartment </a:t>
            </a:r>
            <a:r>
              <a:rPr lang="en-US" dirty="0" err="1"/>
              <a:t>lisätään</a:t>
            </a:r>
            <a:r>
              <a:rPr lang="en-US" dirty="0"/>
              <a:t> </a:t>
            </a:r>
            <a:r>
              <a:rPr lang="en-US" dirty="0" err="1"/>
              <a:t>lähetettävään</a:t>
            </a:r>
            <a:r>
              <a:rPr lang="en-US" dirty="0"/>
              <a:t> </a:t>
            </a:r>
            <a:r>
              <a:rPr lang="en-US" dirty="0" err="1"/>
              <a:t>tietoon</a:t>
            </a:r>
            <a:r>
              <a:rPr lang="en-US" dirty="0"/>
              <a:t>. Se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esitä</a:t>
            </a:r>
            <a:r>
              <a:rPr lang="en-US" dirty="0"/>
              <a:t> </a:t>
            </a:r>
            <a:r>
              <a:rPr lang="en-US" dirty="0" err="1"/>
              <a:t>koko</a:t>
            </a:r>
            <a:r>
              <a:rPr lang="en-US" dirty="0"/>
              <a:t> </a:t>
            </a:r>
            <a:r>
              <a:rPr lang="en-US" dirty="0" err="1"/>
              <a:t>sovelluksen</a:t>
            </a:r>
            <a:r>
              <a:rPr lang="en-US" dirty="0"/>
              <a:t> </a:t>
            </a:r>
            <a:r>
              <a:rPr lang="en-US" dirty="0" err="1"/>
              <a:t>toteutusta</a:t>
            </a:r>
            <a:r>
              <a:rPr lang="en-US" dirty="0"/>
              <a:t>. </a:t>
            </a:r>
            <a:r>
              <a:rPr lang="en-US" dirty="0" err="1"/>
              <a:t>Oikealla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 </a:t>
            </a:r>
            <a:r>
              <a:rPr lang="en-US" dirty="0" err="1"/>
              <a:t>tarkistuskohteet</a:t>
            </a:r>
            <a:r>
              <a:rPr lang="en-US" dirty="0"/>
              <a:t>: </a:t>
            </a:r>
            <a:r>
              <a:rPr lang="en-US" dirty="0" err="1"/>
              <a:t>annettu</a:t>
            </a:r>
            <a:r>
              <a:rPr lang="en-US" dirty="0"/>
              <a:t> </a:t>
            </a:r>
            <a:r>
              <a:rPr lang="en-US" dirty="0" err="1"/>
              <a:t>huoneisto</a:t>
            </a:r>
            <a:r>
              <a:rPr lang="en-US" dirty="0"/>
              <a:t> </a:t>
            </a:r>
            <a:r>
              <a:rPr lang="en-US" dirty="0" err="1"/>
              <a:t>säilyy</a:t>
            </a:r>
            <a:r>
              <a:rPr lang="en-US" dirty="0"/>
              <a:t>, </a:t>
            </a:r>
            <a:r>
              <a:rPr lang="en-US" dirty="0" err="1"/>
              <a:t>tyhjä</a:t>
            </a:r>
            <a:r>
              <a:rPr lang="en-US" dirty="0"/>
              <a:t> </a:t>
            </a:r>
            <a:r>
              <a:rPr lang="en-US" dirty="0" err="1"/>
              <a:t>arvo</a:t>
            </a:r>
            <a:r>
              <a:rPr lang="en-US" dirty="0"/>
              <a:t> </a:t>
            </a:r>
            <a:r>
              <a:rPr lang="en-US" dirty="0" err="1"/>
              <a:t>toimii</a:t>
            </a:r>
            <a:r>
              <a:rPr lang="en-US" dirty="0"/>
              <a:t> ja </a:t>
            </a:r>
            <a:r>
              <a:rPr lang="en-US" dirty="0" err="1"/>
              <a:t>sivun</a:t>
            </a:r>
            <a:r>
              <a:rPr lang="en-US" dirty="0"/>
              <a:t> </a:t>
            </a:r>
            <a:r>
              <a:rPr lang="en-US" dirty="0" err="1"/>
              <a:t>uudelleenlataus</a:t>
            </a:r>
            <a:r>
              <a:rPr lang="en-US" dirty="0"/>
              <a:t> </a:t>
            </a:r>
            <a:r>
              <a:rPr lang="en-US" dirty="0" err="1"/>
              <a:t>säilyttää</a:t>
            </a:r>
            <a:r>
              <a:rPr lang="en-US" dirty="0"/>
              <a:t> </a:t>
            </a:r>
            <a:r>
              <a:rPr lang="en-US" dirty="0" err="1"/>
              <a:t>arvon</a:t>
            </a:r>
            <a:r>
              <a:rPr lang="en-US" dirty="0"/>
              <a:t>. </a:t>
            </a:r>
            <a:r>
              <a:rPr lang="en-US" dirty="0" err="1"/>
              <a:t>Tässä</a:t>
            </a:r>
            <a:r>
              <a:rPr lang="en-US" dirty="0"/>
              <a:t> </a:t>
            </a:r>
            <a:r>
              <a:rPr lang="en-US" dirty="0" err="1"/>
              <a:t>esityksessä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väitetä</a:t>
            </a:r>
            <a:r>
              <a:rPr lang="en-US" dirty="0"/>
              <a:t> </a:t>
            </a:r>
            <a:r>
              <a:rPr lang="en-US" dirty="0" err="1"/>
              <a:t>näiden</a:t>
            </a:r>
            <a:r>
              <a:rPr lang="en-US" dirty="0"/>
              <a:t> </a:t>
            </a:r>
            <a:r>
              <a:rPr lang="en-US" dirty="0" err="1"/>
              <a:t>testien</a:t>
            </a:r>
            <a:r>
              <a:rPr lang="en-US" dirty="0"/>
              <a:t> </a:t>
            </a:r>
            <a:r>
              <a:rPr lang="en-US" dirty="0" err="1"/>
              <a:t>olevan</a:t>
            </a:r>
            <a:r>
              <a:rPr lang="en-US" dirty="0"/>
              <a:t> </a:t>
            </a:r>
            <a:r>
              <a:rPr lang="en-US" dirty="0" err="1"/>
              <a:t>ajettuja</a:t>
            </a:r>
            <a:r>
              <a:rPr lang="en-US" dirty="0"/>
              <a:t>. </a:t>
            </a:r>
            <a:r>
              <a:rPr lang="en-US" dirty="0" err="1"/>
              <a:t>Todellisessa</a:t>
            </a:r>
            <a:r>
              <a:rPr lang="en-US" dirty="0"/>
              <a:t> </a:t>
            </a:r>
            <a:r>
              <a:rPr lang="en-US" dirty="0" err="1"/>
              <a:t>työssä</a:t>
            </a:r>
            <a:r>
              <a:rPr lang="en-US" dirty="0"/>
              <a:t> </a:t>
            </a:r>
            <a:r>
              <a:rPr lang="en-US" dirty="0" err="1"/>
              <a:t>regressiotestin</a:t>
            </a:r>
            <a:r>
              <a:rPr lang="en-US" dirty="0"/>
              <a:t> </a:t>
            </a:r>
            <a:r>
              <a:rPr lang="en-US" dirty="0" err="1"/>
              <a:t>pitäisi</a:t>
            </a:r>
            <a:r>
              <a:rPr lang="en-US" dirty="0"/>
              <a:t> </a:t>
            </a:r>
            <a:r>
              <a:rPr lang="en-US" dirty="0" err="1"/>
              <a:t>epäonnistua</a:t>
            </a:r>
            <a:r>
              <a:rPr lang="en-US" dirty="0"/>
              <a:t> </a:t>
            </a:r>
            <a:r>
              <a:rPr lang="en-US" dirty="0" err="1"/>
              <a:t>ennen</a:t>
            </a:r>
            <a:r>
              <a:rPr lang="en-US" dirty="0"/>
              <a:t> </a:t>
            </a:r>
            <a:r>
              <a:rPr lang="en-US" dirty="0" err="1"/>
              <a:t>korjausta</a:t>
            </a:r>
            <a:r>
              <a:rPr lang="en-US" dirty="0"/>
              <a:t> ja </a:t>
            </a:r>
            <a:r>
              <a:rPr lang="en-US" dirty="0" err="1"/>
              <a:t>onnistua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jälkeen</a:t>
            </a:r>
            <a:r>
              <a:rPr lang="en-US" dirty="0"/>
              <a:t>, ja </a:t>
            </a:r>
            <a:r>
              <a:rPr lang="en-US" dirty="0" err="1"/>
              <a:t>näkyvä</a:t>
            </a:r>
            <a:r>
              <a:rPr lang="en-US" dirty="0"/>
              <a:t> </a:t>
            </a:r>
            <a:r>
              <a:rPr lang="en-US" dirty="0" err="1"/>
              <a:t>tallennus</a:t>
            </a:r>
            <a:r>
              <a:rPr lang="en-US" dirty="0"/>
              <a:t> </a:t>
            </a:r>
            <a:r>
              <a:rPr lang="en-US" dirty="0" err="1"/>
              <a:t>pitäisi</a:t>
            </a:r>
            <a:r>
              <a:rPr lang="en-US" dirty="0"/>
              <a:t> </a:t>
            </a:r>
            <a:r>
              <a:rPr lang="en-US" dirty="0" err="1"/>
              <a:t>tarkistaa</a:t>
            </a:r>
            <a:r>
              <a:rPr lang="en-US" dirty="0"/>
              <a:t> </a:t>
            </a:r>
            <a:r>
              <a:rPr lang="en-US" dirty="0" err="1"/>
              <a:t>tarkoituksenmukaisessa</a:t>
            </a:r>
            <a:r>
              <a:rPr lang="en-US" dirty="0"/>
              <a:t> </a:t>
            </a:r>
            <a:r>
              <a:rPr lang="en-US" dirty="0" err="1"/>
              <a:t>ympäristössä</a:t>
            </a:r>
            <a:r>
              <a:rPr lang="en-US" dirty="0"/>
              <a:t>. </a:t>
            </a:r>
            <a:r>
              <a:rPr lang="en-US" dirty="0" err="1"/>
              <a:t>Yksikkötesti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yksin</a:t>
            </a:r>
            <a:r>
              <a:rPr lang="en-US" dirty="0"/>
              <a:t> </a:t>
            </a:r>
            <a:r>
              <a:rPr lang="en-US" dirty="0" err="1"/>
              <a:t>takaa</a:t>
            </a:r>
            <a:r>
              <a:rPr lang="en-US" dirty="0"/>
              <a:t> </a:t>
            </a:r>
            <a:r>
              <a:rPr lang="en-US" dirty="0" err="1"/>
              <a:t>palvelimen</a:t>
            </a:r>
            <a:r>
              <a:rPr lang="en-US" dirty="0"/>
              <a:t> tai </a:t>
            </a:r>
            <a:r>
              <a:rPr lang="en-US" dirty="0" err="1"/>
              <a:t>käyttöliittymän</a:t>
            </a:r>
            <a:r>
              <a:rPr lang="en-US" dirty="0"/>
              <a:t> </a:t>
            </a:r>
            <a:r>
              <a:rPr lang="en-US" dirty="0" err="1"/>
              <a:t>toimintaa</a:t>
            </a:r>
            <a:r>
              <a:rPr lang="en-US" dirty="0"/>
              <a:t>. </a:t>
            </a:r>
            <a:r>
              <a:rPr lang="en-US" dirty="0" err="1"/>
              <a:t>Pyydä</a:t>
            </a:r>
            <a:r>
              <a:rPr lang="en-US" dirty="0"/>
              <a:t> </a:t>
            </a:r>
            <a:r>
              <a:rPr lang="en-US" dirty="0" err="1"/>
              <a:t>agenttia</a:t>
            </a:r>
            <a:r>
              <a:rPr lang="en-US" dirty="0"/>
              <a:t> </a:t>
            </a:r>
            <a:r>
              <a:rPr lang="en-US" dirty="0" err="1"/>
              <a:t>raportoimaan</a:t>
            </a:r>
            <a:r>
              <a:rPr lang="en-US" dirty="0"/>
              <a:t> </a:t>
            </a:r>
            <a:r>
              <a:rPr lang="en-US" dirty="0" err="1"/>
              <a:t>mitä</a:t>
            </a:r>
            <a:r>
              <a:rPr lang="en-US" dirty="0"/>
              <a:t> </a:t>
            </a:r>
            <a:r>
              <a:rPr lang="en-US" dirty="0" err="1"/>
              <a:t>ajettiin</a:t>
            </a:r>
            <a:r>
              <a:rPr lang="en-US" dirty="0"/>
              <a:t>, </a:t>
            </a:r>
            <a:r>
              <a:rPr lang="en-US" dirty="0" err="1"/>
              <a:t>tulos</a:t>
            </a:r>
            <a:r>
              <a:rPr lang="en-US" dirty="0"/>
              <a:t> </a:t>
            </a:r>
            <a:r>
              <a:rPr lang="en-US" dirty="0" err="1"/>
              <a:t>sekä</a:t>
            </a:r>
            <a:r>
              <a:rPr lang="en-US" dirty="0"/>
              <a:t> </a:t>
            </a:r>
            <a:r>
              <a:rPr lang="en-US" dirty="0" err="1"/>
              <a:t>mitä</a:t>
            </a:r>
            <a:r>
              <a:rPr lang="en-US" dirty="0"/>
              <a:t> </a:t>
            </a:r>
            <a:r>
              <a:rPr lang="en-US" dirty="0" err="1"/>
              <a:t>jäi</a:t>
            </a:r>
            <a:r>
              <a:rPr lang="en-US" dirty="0"/>
              <a:t> </a:t>
            </a:r>
            <a:r>
              <a:rPr lang="en-US" dirty="0" err="1"/>
              <a:t>tarkistamatta</a:t>
            </a:r>
            <a:r>
              <a:rPr lang="en-US" dirty="0"/>
              <a:t>. </a:t>
            </a:r>
            <a:r>
              <a:rPr lang="en-US" dirty="0" err="1"/>
              <a:t>Lähteet</a:t>
            </a:r>
            <a:r>
              <a:rPr lang="en-US" dirty="0"/>
              <a:t>: https://</a:t>
            </a:r>
            <a:r>
              <a:rPr lang="en-US" dirty="0" err="1"/>
              <a:t>learn.chatgpt.com</a:t>
            </a:r>
            <a:r>
              <a:rPr lang="en-US" dirty="0"/>
              <a:t>/docs/prompting ; https://</a:t>
            </a:r>
            <a:r>
              <a:rPr lang="en-US" dirty="0" err="1"/>
              <a:t>code.claude.com</a:t>
            </a:r>
            <a:r>
              <a:rPr lang="en-US" dirty="0"/>
              <a:t>/docs/</a:t>
            </a:r>
            <a:r>
              <a:rPr lang="en-US" dirty="0" err="1"/>
              <a:t>en</a:t>
            </a:r>
            <a:r>
              <a:rPr lang="en-US" dirty="0"/>
              <a:t>/best-practices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330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47:00–49:00 · </a:t>
            </a:r>
            <a:r>
              <a:rPr lang="en-US" dirty="0" err="1"/>
              <a:t>Luovuta</a:t>
            </a:r>
            <a:r>
              <a:rPr lang="en-US" dirty="0"/>
              <a:t> </a:t>
            </a:r>
            <a:r>
              <a:rPr lang="en-US" dirty="0" err="1"/>
              <a:t>arvioitava</a:t>
            </a:r>
            <a:r>
              <a:rPr lang="en-US" dirty="0"/>
              <a:t> </a:t>
            </a:r>
            <a:r>
              <a:rPr lang="en-US" dirty="0" err="1"/>
              <a:t>muutos</a:t>
            </a:r>
            <a:r>
              <a:rPr lang="en-US" dirty="0"/>
              <a:t>. </a:t>
            </a:r>
            <a:r>
              <a:rPr lang="en-US" dirty="0" err="1"/>
              <a:t>Vasemmalla</a:t>
            </a:r>
            <a:r>
              <a:rPr lang="en-US" dirty="0"/>
              <a:t> </a:t>
            </a:r>
            <a:r>
              <a:rPr lang="en-US" dirty="0" err="1"/>
              <a:t>kuvitteellisen</a:t>
            </a:r>
            <a:r>
              <a:rPr lang="en-US" dirty="0"/>
              <a:t> </a:t>
            </a:r>
            <a:r>
              <a:rPr lang="en-US" dirty="0" err="1"/>
              <a:t>korjauksen</a:t>
            </a:r>
            <a:r>
              <a:rPr lang="en-US" dirty="0"/>
              <a:t> </a:t>
            </a:r>
            <a:r>
              <a:rPr lang="en-US" dirty="0" err="1"/>
              <a:t>syy</a:t>
            </a:r>
            <a:r>
              <a:rPr lang="en-US" dirty="0"/>
              <a:t> ja </a:t>
            </a:r>
            <a:r>
              <a:rPr lang="en-US" dirty="0" err="1"/>
              <a:t>muutos</a:t>
            </a:r>
            <a:r>
              <a:rPr lang="en-US" dirty="0"/>
              <a:t>. </a:t>
            </a:r>
            <a:r>
              <a:rPr lang="en-US" dirty="0" err="1"/>
              <a:t>Oikealla</a:t>
            </a:r>
            <a:r>
              <a:rPr lang="en-US" dirty="0"/>
              <a:t> </a:t>
            </a:r>
            <a:r>
              <a:rPr lang="en-US" dirty="0" err="1"/>
              <a:t>mallin</a:t>
            </a:r>
            <a:r>
              <a:rPr lang="en-US" dirty="0"/>
              <a:t> </a:t>
            </a:r>
            <a:r>
              <a:rPr lang="en-US" dirty="0" err="1"/>
              <a:t>kehotus</a:t>
            </a:r>
            <a:r>
              <a:rPr lang="en-US" dirty="0"/>
              <a:t> </a:t>
            </a:r>
            <a:r>
              <a:rPr lang="en-US" dirty="0" err="1"/>
              <a:t>liittää</a:t>
            </a:r>
            <a:r>
              <a:rPr lang="en-US" dirty="0"/>
              <a:t> </a:t>
            </a:r>
            <a:r>
              <a:rPr lang="en-US" dirty="0" err="1"/>
              <a:t>oikeasti</a:t>
            </a:r>
            <a:r>
              <a:rPr lang="en-US" dirty="0"/>
              <a:t> </a:t>
            </a:r>
            <a:r>
              <a:rPr lang="en-US" dirty="0" err="1"/>
              <a:t>ajettu</a:t>
            </a:r>
            <a:r>
              <a:rPr lang="en-US" dirty="0"/>
              <a:t> </a:t>
            </a:r>
            <a:r>
              <a:rPr lang="en-US" dirty="0" err="1"/>
              <a:t>testi</a:t>
            </a:r>
            <a:r>
              <a:rPr lang="en-US" dirty="0"/>
              <a:t> ja </a:t>
            </a:r>
            <a:r>
              <a:rPr lang="en-US" dirty="0" err="1"/>
              <a:t>selaintarkistus</a:t>
            </a:r>
            <a:r>
              <a:rPr lang="en-US" dirty="0"/>
              <a:t> </a:t>
            </a:r>
            <a:r>
              <a:rPr lang="en-US" dirty="0" err="1"/>
              <a:t>sekä</a:t>
            </a:r>
            <a:r>
              <a:rPr lang="en-US" dirty="0"/>
              <a:t> </a:t>
            </a:r>
            <a:r>
              <a:rPr lang="en-US" dirty="0" err="1"/>
              <a:t>avoin</a:t>
            </a:r>
            <a:r>
              <a:rPr lang="en-US" dirty="0"/>
              <a:t> </a:t>
            </a:r>
            <a:r>
              <a:rPr lang="en-US" dirty="0" err="1"/>
              <a:t>kysymys</a:t>
            </a:r>
            <a:r>
              <a:rPr lang="en-US" dirty="0"/>
              <a:t> </a:t>
            </a:r>
            <a:r>
              <a:rPr lang="en-US" dirty="0" err="1"/>
              <a:t>vanhasta</a:t>
            </a:r>
            <a:r>
              <a:rPr lang="en-US" dirty="0"/>
              <a:t> </a:t>
            </a:r>
            <a:r>
              <a:rPr lang="en-US" dirty="0" err="1"/>
              <a:t>datasta</a:t>
            </a:r>
            <a:r>
              <a:rPr lang="en-US" dirty="0"/>
              <a:t>. </a:t>
            </a:r>
            <a:r>
              <a:rPr lang="en-US" dirty="0" err="1"/>
              <a:t>Tämä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ole </a:t>
            </a:r>
            <a:r>
              <a:rPr lang="en-US" dirty="0" err="1"/>
              <a:t>oikea</a:t>
            </a:r>
            <a:r>
              <a:rPr lang="en-US" dirty="0"/>
              <a:t> </a:t>
            </a:r>
            <a:r>
              <a:rPr lang="en-US" dirty="0" err="1"/>
              <a:t>julkaistu</a:t>
            </a:r>
            <a:r>
              <a:rPr lang="en-US" dirty="0"/>
              <a:t> pull request </a:t>
            </a:r>
            <a:r>
              <a:rPr lang="en-US" dirty="0" err="1"/>
              <a:t>eikä</a:t>
            </a:r>
            <a:r>
              <a:rPr lang="en-US" dirty="0"/>
              <a:t> </a:t>
            </a:r>
            <a:r>
              <a:rPr lang="en-US" dirty="0" err="1"/>
              <a:t>suoritettujen</a:t>
            </a:r>
            <a:r>
              <a:rPr lang="en-US" dirty="0"/>
              <a:t> </a:t>
            </a:r>
            <a:r>
              <a:rPr lang="en-US" dirty="0" err="1"/>
              <a:t>tarkistusten</a:t>
            </a:r>
            <a:r>
              <a:rPr lang="en-US" dirty="0"/>
              <a:t> </a:t>
            </a:r>
            <a:r>
              <a:rPr lang="en-US" dirty="0" err="1"/>
              <a:t>raportti</a:t>
            </a:r>
            <a:r>
              <a:rPr lang="en-US" dirty="0"/>
              <a:t>. </a:t>
            </a:r>
            <a:r>
              <a:rPr lang="en-US" dirty="0" err="1"/>
              <a:t>Hyvä</a:t>
            </a:r>
            <a:r>
              <a:rPr lang="en-US" dirty="0"/>
              <a:t> </a:t>
            </a:r>
            <a:r>
              <a:rPr lang="en-US" dirty="0" err="1"/>
              <a:t>agentin</a:t>
            </a:r>
            <a:r>
              <a:rPr lang="en-US" dirty="0"/>
              <a:t> </a:t>
            </a:r>
            <a:r>
              <a:rPr lang="en-US" dirty="0" err="1"/>
              <a:t>luovutus</a:t>
            </a:r>
            <a:r>
              <a:rPr lang="en-US" dirty="0"/>
              <a:t> </a:t>
            </a:r>
            <a:r>
              <a:rPr lang="en-US" dirty="0" err="1"/>
              <a:t>tekee</a:t>
            </a:r>
            <a:r>
              <a:rPr lang="en-US" dirty="0"/>
              <a:t> </a:t>
            </a:r>
            <a:r>
              <a:rPr lang="en-US" dirty="0" err="1"/>
              <a:t>katselmoinnista</a:t>
            </a:r>
            <a:r>
              <a:rPr lang="en-US" dirty="0"/>
              <a:t> </a:t>
            </a:r>
            <a:r>
              <a:rPr lang="en-US" dirty="0" err="1"/>
              <a:t>helpompaa</a:t>
            </a:r>
            <a:r>
              <a:rPr lang="en-US" dirty="0"/>
              <a:t>: </a:t>
            </a:r>
            <a:r>
              <a:rPr lang="en-US" dirty="0" err="1"/>
              <a:t>lukija</a:t>
            </a:r>
            <a:r>
              <a:rPr lang="en-US" dirty="0"/>
              <a:t> </a:t>
            </a:r>
            <a:r>
              <a:rPr lang="en-US" dirty="0" err="1"/>
              <a:t>löytää</a:t>
            </a:r>
            <a:r>
              <a:rPr lang="en-US" dirty="0"/>
              <a:t> </a:t>
            </a:r>
            <a:r>
              <a:rPr lang="en-US" dirty="0" err="1"/>
              <a:t>syyn</a:t>
            </a:r>
            <a:r>
              <a:rPr lang="en-US" dirty="0"/>
              <a:t>, </a:t>
            </a:r>
            <a:r>
              <a:rPr lang="en-US" dirty="0" err="1"/>
              <a:t>muutoksen</a:t>
            </a:r>
            <a:r>
              <a:rPr lang="en-US" dirty="0"/>
              <a:t>, </a:t>
            </a:r>
            <a:r>
              <a:rPr lang="en-US" dirty="0" err="1"/>
              <a:t>näytön</a:t>
            </a:r>
            <a:r>
              <a:rPr lang="en-US" dirty="0"/>
              <a:t> ja </a:t>
            </a:r>
            <a:r>
              <a:rPr lang="en-US" dirty="0" err="1"/>
              <a:t>keskeneräiset</a:t>
            </a:r>
            <a:r>
              <a:rPr lang="en-US" dirty="0"/>
              <a:t> </a:t>
            </a:r>
            <a:r>
              <a:rPr lang="en-US" dirty="0" err="1"/>
              <a:t>päätökset</a:t>
            </a:r>
            <a:r>
              <a:rPr lang="en-US" dirty="0"/>
              <a:t>. </a:t>
            </a:r>
            <a:r>
              <a:rPr lang="en-US" dirty="0" err="1"/>
              <a:t>Vanhojen</a:t>
            </a:r>
            <a:r>
              <a:rPr lang="en-US" dirty="0"/>
              <a:t> </a:t>
            </a:r>
            <a:r>
              <a:rPr lang="en-US" dirty="0" err="1"/>
              <a:t>puuttuvien</a:t>
            </a:r>
            <a:r>
              <a:rPr lang="en-US" dirty="0"/>
              <a:t> </a:t>
            </a:r>
            <a:r>
              <a:rPr lang="en-US" dirty="0" err="1"/>
              <a:t>huoneistotietojen</a:t>
            </a:r>
            <a:r>
              <a:rPr lang="en-US" dirty="0"/>
              <a:t> </a:t>
            </a:r>
            <a:r>
              <a:rPr lang="en-US" dirty="0" err="1"/>
              <a:t>palautus</a:t>
            </a:r>
            <a:r>
              <a:rPr lang="en-US" dirty="0"/>
              <a:t> </a:t>
            </a:r>
            <a:r>
              <a:rPr lang="en-US" dirty="0" err="1"/>
              <a:t>voi</a:t>
            </a:r>
            <a:r>
              <a:rPr lang="en-US" dirty="0"/>
              <a:t> </a:t>
            </a:r>
            <a:r>
              <a:rPr lang="en-US" dirty="0" err="1"/>
              <a:t>vaatia</a:t>
            </a:r>
            <a:r>
              <a:rPr lang="en-US" dirty="0"/>
              <a:t> </a:t>
            </a:r>
            <a:r>
              <a:rPr lang="en-US" dirty="0" err="1"/>
              <a:t>erillisen</a:t>
            </a:r>
            <a:r>
              <a:rPr lang="en-US" dirty="0"/>
              <a:t> </a:t>
            </a:r>
            <a:r>
              <a:rPr lang="en-US" dirty="0" err="1"/>
              <a:t>päätöksen</a:t>
            </a:r>
            <a:r>
              <a:rPr lang="en-US" dirty="0"/>
              <a:t>; </a:t>
            </a:r>
            <a:r>
              <a:rPr lang="en-US" dirty="0" err="1"/>
              <a:t>uuden</a:t>
            </a:r>
            <a:r>
              <a:rPr lang="en-US" dirty="0"/>
              <a:t> </a:t>
            </a:r>
            <a:r>
              <a:rPr lang="en-US" dirty="0" err="1"/>
              <a:t>kentän</a:t>
            </a:r>
            <a:r>
              <a:rPr lang="en-US" dirty="0"/>
              <a:t> </a:t>
            </a:r>
            <a:r>
              <a:rPr lang="en-US" dirty="0" err="1"/>
              <a:t>tallennuksen</a:t>
            </a:r>
            <a:r>
              <a:rPr lang="en-US" dirty="0"/>
              <a:t> </a:t>
            </a:r>
            <a:r>
              <a:rPr lang="en-US" dirty="0" err="1"/>
              <a:t>korjaaminen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itsessään</a:t>
            </a:r>
            <a:r>
              <a:rPr lang="en-US" dirty="0"/>
              <a:t> </a:t>
            </a:r>
            <a:r>
              <a:rPr lang="en-US" dirty="0" err="1"/>
              <a:t>palauta</a:t>
            </a:r>
            <a:r>
              <a:rPr lang="en-US" dirty="0"/>
              <a:t> </a:t>
            </a:r>
            <a:r>
              <a:rPr lang="en-US" dirty="0" err="1"/>
              <a:t>niitä</a:t>
            </a:r>
            <a:r>
              <a:rPr lang="en-US" dirty="0"/>
              <a:t>. </a:t>
            </a:r>
            <a:r>
              <a:rPr lang="en-US" dirty="0" err="1"/>
              <a:t>Pidä</a:t>
            </a:r>
            <a:r>
              <a:rPr lang="en-US" dirty="0"/>
              <a:t> </a:t>
            </a:r>
            <a:r>
              <a:rPr lang="en-US" dirty="0" err="1"/>
              <a:t>selitys</a:t>
            </a:r>
            <a:r>
              <a:rPr lang="en-US" dirty="0"/>
              <a:t> </a:t>
            </a:r>
            <a:r>
              <a:rPr lang="en-US" dirty="0" err="1"/>
              <a:t>lyhyenä</a:t>
            </a:r>
            <a:r>
              <a:rPr lang="en-US" dirty="0"/>
              <a:t> </a:t>
            </a:r>
            <a:r>
              <a:rPr lang="en-US" dirty="0" err="1"/>
              <a:t>mutta</a:t>
            </a:r>
            <a:r>
              <a:rPr lang="en-US" dirty="0"/>
              <a:t> </a:t>
            </a:r>
            <a:r>
              <a:rPr lang="en-US" dirty="0" err="1"/>
              <a:t>täsmällisenä</a:t>
            </a:r>
            <a:r>
              <a:rPr lang="en-US" dirty="0"/>
              <a:t>. </a:t>
            </a:r>
            <a:r>
              <a:rPr lang="en-US" dirty="0" err="1"/>
              <a:t>Lähteet</a:t>
            </a:r>
            <a:r>
              <a:rPr lang="en-US" dirty="0"/>
              <a:t>: https://</a:t>
            </a:r>
            <a:r>
              <a:rPr lang="en-US" dirty="0" err="1"/>
              <a:t>product.hubspot.com</a:t>
            </a:r>
            <a:r>
              <a:rPr lang="en-US" dirty="0"/>
              <a:t>/blog/cloud-coding-agents-at-</a:t>
            </a:r>
            <a:r>
              <a:rPr lang="en-US" dirty="0" err="1"/>
              <a:t>hubspot</a:t>
            </a:r>
            <a:r>
              <a:rPr lang="en-US" dirty="0"/>
              <a:t> ; https://</a:t>
            </a:r>
            <a:r>
              <a:rPr lang="en-US" dirty="0" err="1"/>
              <a:t>code.claude.com</a:t>
            </a:r>
            <a:r>
              <a:rPr lang="en-US" dirty="0"/>
              <a:t>/docs/</a:t>
            </a:r>
            <a:r>
              <a:rPr lang="en-US" dirty="0" err="1"/>
              <a:t>en</a:t>
            </a:r>
            <a:r>
              <a:rPr lang="en-US" dirty="0"/>
              <a:t>/best-practices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883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49:00–51:00 · </a:t>
            </a:r>
            <a:r>
              <a:rPr lang="en-US" dirty="0" err="1"/>
              <a:t>Prototyypin</a:t>
            </a:r>
            <a:r>
              <a:rPr lang="en-US" dirty="0"/>
              <a:t> </a:t>
            </a:r>
            <a:r>
              <a:rPr lang="en-US" dirty="0" err="1"/>
              <a:t>käyttäjäpalaute</a:t>
            </a:r>
            <a:r>
              <a:rPr lang="en-US" dirty="0"/>
              <a:t>. </a:t>
            </a:r>
            <a:r>
              <a:rPr lang="en-US" dirty="0" err="1"/>
              <a:t>Palaa</a:t>
            </a:r>
            <a:r>
              <a:rPr lang="en-US" dirty="0"/>
              <a:t> </a:t>
            </a:r>
            <a:r>
              <a:rPr lang="en-US" dirty="0" err="1"/>
              <a:t>kuvitteelliseen</a:t>
            </a:r>
            <a:r>
              <a:rPr lang="en-US" dirty="0"/>
              <a:t> </a:t>
            </a:r>
            <a:r>
              <a:rPr lang="en-US" dirty="0" err="1"/>
              <a:t>huoltoesimerkkiin</a:t>
            </a:r>
            <a:r>
              <a:rPr lang="en-US" dirty="0"/>
              <a:t>. Muistiinpano </a:t>
            </a:r>
            <a:r>
              <a:rPr lang="en-US" dirty="0" err="1"/>
              <a:t>tuottaa</a:t>
            </a:r>
            <a:r>
              <a:rPr lang="en-US" dirty="0"/>
              <a:t> </a:t>
            </a:r>
            <a:r>
              <a:rPr lang="en-US" dirty="0" err="1"/>
              <a:t>luonnoksen</a:t>
            </a:r>
            <a:r>
              <a:rPr lang="en-US" dirty="0"/>
              <a:t>, </a:t>
            </a:r>
            <a:r>
              <a:rPr lang="en-US" dirty="0" err="1"/>
              <a:t>jonka</a:t>
            </a:r>
            <a:r>
              <a:rPr lang="en-US" dirty="0"/>
              <a:t> </a:t>
            </a:r>
            <a:r>
              <a:rPr lang="en-US" dirty="0" err="1"/>
              <a:t>asentaja</a:t>
            </a:r>
            <a:r>
              <a:rPr lang="en-US" dirty="0"/>
              <a:t> </a:t>
            </a:r>
            <a:r>
              <a:rPr lang="en-US" dirty="0" err="1"/>
              <a:t>korjaa</a:t>
            </a:r>
            <a:r>
              <a:rPr lang="en-US" dirty="0"/>
              <a:t>. Agentti </a:t>
            </a:r>
            <a:r>
              <a:rPr lang="en-US" dirty="0" err="1"/>
              <a:t>voi</a:t>
            </a:r>
            <a:r>
              <a:rPr lang="en-US" dirty="0"/>
              <a:t> </a:t>
            </a:r>
            <a:r>
              <a:rPr lang="en-US" dirty="0" err="1"/>
              <a:t>auttaa</a:t>
            </a:r>
            <a:r>
              <a:rPr lang="en-US" dirty="0"/>
              <a:t> </a:t>
            </a:r>
            <a:r>
              <a:rPr lang="en-US" dirty="0" err="1"/>
              <a:t>tekemään</a:t>
            </a:r>
            <a:r>
              <a:rPr lang="en-US" dirty="0"/>
              <a:t> </a:t>
            </a:r>
            <a:r>
              <a:rPr lang="en-US" dirty="0" err="1"/>
              <a:t>pienen</a:t>
            </a:r>
            <a:r>
              <a:rPr lang="en-US" dirty="0"/>
              <a:t> </a:t>
            </a:r>
            <a:r>
              <a:rPr lang="en-US" dirty="0" err="1"/>
              <a:t>käyttöliittymän</a:t>
            </a:r>
            <a:r>
              <a:rPr lang="en-US" dirty="0"/>
              <a:t>, </a:t>
            </a:r>
            <a:r>
              <a:rPr lang="en-US" dirty="0" err="1"/>
              <a:t>tarkistamaan</a:t>
            </a:r>
            <a:r>
              <a:rPr lang="en-US" dirty="0"/>
              <a:t> </a:t>
            </a:r>
            <a:r>
              <a:rPr lang="en-US" dirty="0" err="1"/>
              <a:t>selaimessa</a:t>
            </a:r>
            <a:r>
              <a:rPr lang="en-US" dirty="0"/>
              <a:t> </a:t>
            </a:r>
            <a:r>
              <a:rPr lang="en-US" dirty="0" err="1"/>
              <a:t>että</a:t>
            </a:r>
            <a:r>
              <a:rPr lang="en-US" dirty="0"/>
              <a:t> </a:t>
            </a:r>
            <a:r>
              <a:rPr lang="en-US" dirty="0" err="1"/>
              <a:t>muokkaus</a:t>
            </a:r>
            <a:r>
              <a:rPr lang="en-US" dirty="0"/>
              <a:t> </a:t>
            </a:r>
            <a:r>
              <a:rPr lang="en-US" dirty="0" err="1"/>
              <a:t>toimii</a:t>
            </a:r>
            <a:r>
              <a:rPr lang="en-US" dirty="0"/>
              <a:t> ja </a:t>
            </a:r>
            <a:r>
              <a:rPr lang="en-US" dirty="0" err="1"/>
              <a:t>korjaamaan</a:t>
            </a:r>
            <a:r>
              <a:rPr lang="en-US" dirty="0"/>
              <a:t> </a:t>
            </a:r>
            <a:r>
              <a:rPr lang="en-US" dirty="0" err="1"/>
              <a:t>löydetyn</a:t>
            </a:r>
            <a:r>
              <a:rPr lang="en-US" dirty="0"/>
              <a:t> </a:t>
            </a:r>
            <a:r>
              <a:rPr lang="en-US" dirty="0" err="1"/>
              <a:t>virheen</a:t>
            </a:r>
            <a:r>
              <a:rPr lang="en-US" dirty="0"/>
              <a:t>. </a:t>
            </a:r>
            <a:r>
              <a:rPr lang="en-US" dirty="0" err="1"/>
              <a:t>Käyttäjäkokeilu</a:t>
            </a:r>
            <a:r>
              <a:rPr lang="en-US" dirty="0"/>
              <a:t> </a:t>
            </a:r>
            <a:r>
              <a:rPr lang="en-US" dirty="0" err="1"/>
              <a:t>vastaa</a:t>
            </a:r>
            <a:r>
              <a:rPr lang="en-US" dirty="0"/>
              <a:t> </a:t>
            </a:r>
            <a:r>
              <a:rPr lang="en-US" dirty="0" err="1"/>
              <a:t>eri</a:t>
            </a:r>
            <a:r>
              <a:rPr lang="en-US" dirty="0"/>
              <a:t> </a:t>
            </a:r>
            <a:r>
              <a:rPr lang="en-US" dirty="0" err="1"/>
              <a:t>kysymykseen</a:t>
            </a:r>
            <a:r>
              <a:rPr lang="en-US" dirty="0"/>
              <a:t>: </a:t>
            </a:r>
            <a:r>
              <a:rPr lang="en-US" dirty="0" err="1"/>
              <a:t>onko</a:t>
            </a:r>
            <a:r>
              <a:rPr lang="en-US" dirty="0"/>
              <a:t> </a:t>
            </a:r>
            <a:r>
              <a:rPr lang="en-US" dirty="0" err="1"/>
              <a:t>luonnoksesta</a:t>
            </a:r>
            <a:r>
              <a:rPr lang="en-US" dirty="0"/>
              <a:t> </a:t>
            </a:r>
            <a:r>
              <a:rPr lang="en-US" dirty="0" err="1"/>
              <a:t>hyötyä</a:t>
            </a:r>
            <a:r>
              <a:rPr lang="en-US" dirty="0"/>
              <a:t> ja </a:t>
            </a:r>
            <a:r>
              <a:rPr lang="en-US" dirty="0" err="1"/>
              <a:t>vastaavatko</a:t>
            </a:r>
            <a:r>
              <a:rPr lang="en-US" dirty="0"/>
              <a:t> </a:t>
            </a:r>
            <a:r>
              <a:rPr lang="en-US" dirty="0" err="1"/>
              <a:t>kentät</a:t>
            </a:r>
            <a:r>
              <a:rPr lang="en-US" dirty="0"/>
              <a:t> </a:t>
            </a:r>
            <a:r>
              <a:rPr lang="en-US" dirty="0" err="1"/>
              <a:t>oikeaa</a:t>
            </a:r>
            <a:r>
              <a:rPr lang="en-US" dirty="0"/>
              <a:t> </a:t>
            </a:r>
            <a:r>
              <a:rPr lang="en-US" dirty="0" err="1"/>
              <a:t>työtä</a:t>
            </a:r>
            <a:r>
              <a:rPr lang="en-US" dirty="0"/>
              <a:t>? </a:t>
            </a:r>
            <a:r>
              <a:rPr lang="en-US" dirty="0" err="1"/>
              <a:t>Esimerkiksi</a:t>
            </a:r>
            <a:r>
              <a:rPr lang="en-US" dirty="0"/>
              <a:t> </a:t>
            </a:r>
            <a:r>
              <a:rPr lang="en-US" dirty="0" err="1"/>
              <a:t>epätavallinen</a:t>
            </a:r>
            <a:r>
              <a:rPr lang="en-US" dirty="0"/>
              <a:t> </a:t>
            </a:r>
            <a:r>
              <a:rPr lang="en-US" dirty="0" err="1"/>
              <a:t>ääni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vielä</a:t>
            </a:r>
            <a:r>
              <a:rPr lang="en-US" dirty="0"/>
              <a:t> ole </a:t>
            </a:r>
            <a:r>
              <a:rPr lang="en-US" dirty="0" err="1"/>
              <a:t>diagnoosi</a:t>
            </a:r>
            <a:r>
              <a:rPr lang="en-US" dirty="0"/>
              <a:t>. Pyydä </a:t>
            </a:r>
            <a:r>
              <a:rPr lang="en-US" dirty="0" err="1"/>
              <a:t>käyttäjää</a:t>
            </a:r>
            <a:r>
              <a:rPr lang="en-US" dirty="0"/>
              <a:t> </a:t>
            </a:r>
            <a:r>
              <a:rPr lang="en-US" dirty="0" err="1"/>
              <a:t>näyttämään</a:t>
            </a:r>
            <a:r>
              <a:rPr lang="en-US" dirty="0"/>
              <a:t>, </a:t>
            </a:r>
            <a:r>
              <a:rPr lang="en-US" dirty="0" err="1"/>
              <a:t>mitä</a:t>
            </a:r>
            <a:r>
              <a:rPr lang="en-US" dirty="0"/>
              <a:t> </a:t>
            </a:r>
            <a:r>
              <a:rPr lang="en-US" dirty="0" err="1"/>
              <a:t>hän</a:t>
            </a:r>
            <a:r>
              <a:rPr lang="en-US" dirty="0"/>
              <a:t> </a:t>
            </a:r>
            <a:r>
              <a:rPr lang="en-US" dirty="0" err="1"/>
              <a:t>muuttaisi</a:t>
            </a:r>
            <a:r>
              <a:rPr lang="en-US" dirty="0"/>
              <a:t>. Seuraava </a:t>
            </a:r>
            <a:r>
              <a:rPr lang="en-US" dirty="0" err="1"/>
              <a:t>pieni</a:t>
            </a:r>
            <a:r>
              <a:rPr lang="en-US" dirty="0"/>
              <a:t> </a:t>
            </a:r>
            <a:r>
              <a:rPr lang="en-US" dirty="0" err="1"/>
              <a:t>muutos</a:t>
            </a:r>
            <a:r>
              <a:rPr lang="en-US" dirty="0"/>
              <a:t> </a:t>
            </a:r>
            <a:r>
              <a:rPr lang="en-US" dirty="0" err="1"/>
              <a:t>perustuu</a:t>
            </a:r>
            <a:r>
              <a:rPr lang="en-US" dirty="0"/>
              <a:t> </a:t>
            </a:r>
            <a:r>
              <a:rPr lang="en-US" dirty="0" err="1"/>
              <a:t>tähän</a:t>
            </a:r>
            <a:r>
              <a:rPr lang="en-US" dirty="0"/>
              <a:t> </a:t>
            </a:r>
            <a:r>
              <a:rPr lang="en-US" dirty="0" err="1"/>
              <a:t>havaintoon</a:t>
            </a:r>
            <a:r>
              <a:rPr lang="en-US" dirty="0"/>
              <a:t>. Emme </a:t>
            </a:r>
            <a:r>
              <a:rPr lang="en-US" dirty="0" err="1"/>
              <a:t>väitä</a:t>
            </a:r>
            <a:r>
              <a:rPr lang="en-US" dirty="0"/>
              <a:t>, </a:t>
            </a:r>
            <a:r>
              <a:rPr lang="en-US" dirty="0" err="1"/>
              <a:t>että</a:t>
            </a:r>
            <a:r>
              <a:rPr lang="en-US" dirty="0"/>
              <a:t> </a:t>
            </a:r>
            <a:r>
              <a:rPr lang="en-US" dirty="0" err="1"/>
              <a:t>kuvitteellinen</a:t>
            </a:r>
            <a:r>
              <a:rPr lang="en-US" dirty="0"/>
              <a:t> </a:t>
            </a:r>
            <a:r>
              <a:rPr lang="en-US" dirty="0" err="1"/>
              <a:t>palvelu</a:t>
            </a:r>
            <a:r>
              <a:rPr lang="en-US" dirty="0"/>
              <a:t> </a:t>
            </a:r>
            <a:r>
              <a:rPr lang="en-US" dirty="0" err="1"/>
              <a:t>olisi</a:t>
            </a:r>
            <a:r>
              <a:rPr lang="en-US" dirty="0"/>
              <a:t> </a:t>
            </a:r>
            <a:r>
              <a:rPr lang="en-US" dirty="0" err="1"/>
              <a:t>julkaistu</a:t>
            </a:r>
            <a:r>
              <a:rPr lang="en-US" dirty="0"/>
              <a:t> tai </a:t>
            </a:r>
            <a:r>
              <a:rPr lang="en-US" dirty="0" err="1"/>
              <a:t>säästäisi</a:t>
            </a:r>
            <a:r>
              <a:rPr lang="en-US" dirty="0"/>
              <a:t> </a:t>
            </a:r>
            <a:r>
              <a:rPr lang="en-US" dirty="0" err="1"/>
              <a:t>tietyn</a:t>
            </a:r>
            <a:r>
              <a:rPr lang="en-US" dirty="0"/>
              <a:t> </a:t>
            </a:r>
            <a:r>
              <a:rPr lang="en-US" dirty="0" err="1"/>
              <a:t>ajan</a:t>
            </a:r>
            <a:r>
              <a:rPr lang="en-US" dirty="0"/>
              <a:t>. </a:t>
            </a:r>
            <a:r>
              <a:rPr lang="en-US" dirty="0" err="1"/>
              <a:t>Näin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rajaus</a:t>
            </a:r>
            <a:r>
              <a:rPr lang="en-US" dirty="0"/>
              <a:t>–</a:t>
            </a:r>
            <a:r>
              <a:rPr lang="en-US" dirty="0" err="1"/>
              <a:t>näyttö</a:t>
            </a:r>
            <a:r>
              <a:rPr lang="en-US" dirty="0"/>
              <a:t>–</a:t>
            </a:r>
            <a:r>
              <a:rPr lang="en-US" dirty="0" err="1"/>
              <a:t>palaute-työtapa</a:t>
            </a:r>
            <a:r>
              <a:rPr lang="en-US" dirty="0"/>
              <a:t> </a:t>
            </a:r>
            <a:r>
              <a:rPr lang="en-US" dirty="0" err="1"/>
              <a:t>palvelee</a:t>
            </a:r>
            <a:r>
              <a:rPr lang="en-US" dirty="0"/>
              <a:t> </a:t>
            </a:r>
            <a:r>
              <a:rPr lang="en-US" dirty="0" err="1"/>
              <a:t>myös</a:t>
            </a:r>
            <a:r>
              <a:rPr lang="en-US" dirty="0"/>
              <a:t> </a:t>
            </a:r>
            <a:r>
              <a:rPr lang="en-US" dirty="0" err="1"/>
              <a:t>uuden</a:t>
            </a:r>
            <a:r>
              <a:rPr lang="en-US" dirty="0"/>
              <a:t> </a:t>
            </a:r>
            <a:r>
              <a:rPr lang="en-US" dirty="0" err="1"/>
              <a:t>työkalun</a:t>
            </a:r>
            <a:r>
              <a:rPr lang="en-US" dirty="0"/>
              <a:t> </a:t>
            </a:r>
            <a:r>
              <a:rPr lang="en-US" dirty="0" err="1"/>
              <a:t>kokeilemista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452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51:00–52:30 · </a:t>
            </a:r>
            <a:r>
              <a:rPr lang="en-US" dirty="0" err="1"/>
              <a:t>Rinnakkainen</a:t>
            </a:r>
            <a:r>
              <a:rPr lang="en-US" dirty="0"/>
              <a:t> </a:t>
            </a:r>
            <a:r>
              <a:rPr lang="en-US" dirty="0" err="1"/>
              <a:t>työ</a:t>
            </a:r>
            <a:r>
              <a:rPr lang="en-US" dirty="0"/>
              <a:t>. </a:t>
            </a:r>
            <a:r>
              <a:rPr lang="en-US" dirty="0" err="1"/>
              <a:t>Erilliset</a:t>
            </a:r>
            <a:r>
              <a:rPr lang="en-US" dirty="0"/>
              <a:t> </a:t>
            </a:r>
            <a:r>
              <a:rPr lang="en-US" dirty="0" err="1"/>
              <a:t>työpuut</a:t>
            </a:r>
            <a:r>
              <a:rPr lang="en-US" dirty="0"/>
              <a:t> </a:t>
            </a:r>
            <a:r>
              <a:rPr lang="en-US" dirty="0" err="1"/>
              <a:t>voivat</a:t>
            </a:r>
            <a:r>
              <a:rPr lang="en-US" dirty="0"/>
              <a:t> </a:t>
            </a:r>
            <a:r>
              <a:rPr lang="en-US" dirty="0" err="1"/>
              <a:t>auttaa</a:t>
            </a:r>
            <a:r>
              <a:rPr lang="en-US" dirty="0"/>
              <a:t>, </a:t>
            </a:r>
            <a:r>
              <a:rPr lang="en-US" dirty="0" err="1"/>
              <a:t>kun</a:t>
            </a:r>
            <a:r>
              <a:rPr lang="en-US" dirty="0"/>
              <a:t> </a:t>
            </a:r>
            <a:r>
              <a:rPr lang="en-US" dirty="0" err="1"/>
              <a:t>tehtävät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 </a:t>
            </a:r>
            <a:r>
              <a:rPr lang="en-US" dirty="0" err="1"/>
              <a:t>aidosti</a:t>
            </a:r>
            <a:r>
              <a:rPr lang="en-US" dirty="0"/>
              <a:t> </a:t>
            </a:r>
            <a:r>
              <a:rPr lang="en-US" dirty="0" err="1"/>
              <a:t>erilliset</a:t>
            </a:r>
            <a:r>
              <a:rPr lang="en-US" dirty="0"/>
              <a:t>. </a:t>
            </a:r>
            <a:r>
              <a:rPr lang="en-US" dirty="0" err="1"/>
              <a:t>Kuvion</a:t>
            </a:r>
            <a:r>
              <a:rPr lang="en-US" dirty="0"/>
              <a:t> </a:t>
            </a:r>
            <a:r>
              <a:rPr lang="en-US" dirty="0" err="1"/>
              <a:t>esimerkissä</a:t>
            </a:r>
            <a:r>
              <a:rPr lang="en-US" dirty="0"/>
              <a:t> </a:t>
            </a:r>
            <a:r>
              <a:rPr lang="en-US" dirty="0" err="1"/>
              <a:t>yksi</a:t>
            </a:r>
            <a:r>
              <a:rPr lang="en-US" dirty="0"/>
              <a:t> </a:t>
            </a:r>
            <a:r>
              <a:rPr lang="en-US" dirty="0" err="1"/>
              <a:t>muutos</a:t>
            </a:r>
            <a:r>
              <a:rPr lang="en-US" dirty="0"/>
              <a:t> </a:t>
            </a:r>
            <a:r>
              <a:rPr lang="en-US" dirty="0" err="1"/>
              <a:t>lisää</a:t>
            </a:r>
            <a:r>
              <a:rPr lang="en-US" dirty="0"/>
              <a:t> </a:t>
            </a:r>
            <a:r>
              <a:rPr lang="en-US" dirty="0" err="1"/>
              <a:t>osoitteen</a:t>
            </a:r>
            <a:r>
              <a:rPr lang="en-US" dirty="0"/>
              <a:t> </a:t>
            </a:r>
            <a:r>
              <a:rPr lang="en-US" dirty="0" err="1"/>
              <a:t>regressiotestin</a:t>
            </a:r>
            <a:r>
              <a:rPr lang="en-US" dirty="0"/>
              <a:t> ja </a:t>
            </a:r>
            <a:r>
              <a:rPr lang="en-US" dirty="0" err="1"/>
              <a:t>toinen</a:t>
            </a:r>
            <a:r>
              <a:rPr lang="en-US" dirty="0"/>
              <a:t> </a:t>
            </a:r>
            <a:r>
              <a:rPr lang="en-US" dirty="0" err="1"/>
              <a:t>päivittää</a:t>
            </a:r>
            <a:r>
              <a:rPr lang="en-US" dirty="0"/>
              <a:t> </a:t>
            </a:r>
            <a:r>
              <a:rPr lang="en-US" dirty="0" err="1"/>
              <a:t>käyttöohjeen</a:t>
            </a:r>
            <a:r>
              <a:rPr lang="en-US" dirty="0"/>
              <a:t>. </a:t>
            </a:r>
            <a:r>
              <a:rPr lang="en-US" dirty="0" err="1"/>
              <a:t>Molemmat</a:t>
            </a:r>
            <a:r>
              <a:rPr lang="en-US" dirty="0"/>
              <a:t> </a:t>
            </a:r>
            <a:r>
              <a:rPr lang="en-US" dirty="0" err="1"/>
              <a:t>katselmoidaan</a:t>
            </a:r>
            <a:r>
              <a:rPr lang="en-US" dirty="0"/>
              <a:t> ja </a:t>
            </a:r>
            <a:r>
              <a:rPr lang="en-US" dirty="0" err="1"/>
              <a:t>yhdistetään</a:t>
            </a:r>
            <a:r>
              <a:rPr lang="en-US" dirty="0"/>
              <a:t>, </a:t>
            </a:r>
            <a:r>
              <a:rPr lang="en-US" dirty="0" err="1"/>
              <a:t>minkä</a:t>
            </a:r>
            <a:r>
              <a:rPr lang="en-US" dirty="0"/>
              <a:t> </a:t>
            </a:r>
            <a:r>
              <a:rPr lang="en-US" dirty="0" err="1"/>
              <a:t>jälkeen</a:t>
            </a:r>
            <a:r>
              <a:rPr lang="en-US" dirty="0"/>
              <a:t> </a:t>
            </a:r>
            <a:r>
              <a:rPr lang="en-US" dirty="0" err="1"/>
              <a:t>ajetaan</a:t>
            </a:r>
            <a:r>
              <a:rPr lang="en-US" dirty="0"/>
              <a:t> </a:t>
            </a:r>
            <a:r>
              <a:rPr lang="en-US" dirty="0" err="1"/>
              <a:t>yhteiset</a:t>
            </a:r>
            <a:r>
              <a:rPr lang="en-US" dirty="0"/>
              <a:t> </a:t>
            </a:r>
            <a:r>
              <a:rPr lang="en-US" dirty="0" err="1"/>
              <a:t>tarkistukset</a:t>
            </a:r>
            <a:r>
              <a:rPr lang="en-US" dirty="0"/>
              <a:t>. Jos </a:t>
            </a:r>
            <a:r>
              <a:rPr lang="en-US" dirty="0" err="1"/>
              <a:t>kaksi</a:t>
            </a:r>
            <a:r>
              <a:rPr lang="en-US" dirty="0"/>
              <a:t> </a:t>
            </a:r>
            <a:r>
              <a:rPr lang="en-US" dirty="0" err="1"/>
              <a:t>agenttia</a:t>
            </a:r>
            <a:r>
              <a:rPr lang="en-US" dirty="0"/>
              <a:t> </a:t>
            </a:r>
            <a:r>
              <a:rPr lang="en-US" dirty="0" err="1"/>
              <a:t>muuttaa</a:t>
            </a:r>
            <a:r>
              <a:rPr lang="en-US" dirty="0"/>
              <a:t> </a:t>
            </a:r>
            <a:r>
              <a:rPr lang="en-US" dirty="0" err="1"/>
              <a:t>samaa</a:t>
            </a:r>
            <a:r>
              <a:rPr lang="en-US" dirty="0"/>
              <a:t> </a:t>
            </a:r>
            <a:r>
              <a:rPr lang="en-US" dirty="0" err="1"/>
              <a:t>tiedostoa</a:t>
            </a:r>
            <a:r>
              <a:rPr lang="en-US" dirty="0"/>
              <a:t> tai </a:t>
            </a:r>
            <a:r>
              <a:rPr lang="en-US" dirty="0" err="1"/>
              <a:t>samaa</a:t>
            </a:r>
            <a:r>
              <a:rPr lang="en-US" dirty="0"/>
              <a:t> </a:t>
            </a:r>
            <a:r>
              <a:rPr lang="en-US" dirty="0" err="1"/>
              <a:t>käyttäytymistä</a:t>
            </a:r>
            <a:r>
              <a:rPr lang="en-US" dirty="0"/>
              <a:t>, </a:t>
            </a:r>
            <a:r>
              <a:rPr lang="en-US" dirty="0" err="1"/>
              <a:t>tarvitaan</a:t>
            </a:r>
            <a:r>
              <a:rPr lang="en-US" dirty="0"/>
              <a:t> </a:t>
            </a:r>
            <a:r>
              <a:rPr lang="en-US" dirty="0" err="1"/>
              <a:t>työnjako</a:t>
            </a:r>
            <a:r>
              <a:rPr lang="en-US" dirty="0"/>
              <a:t> ja </a:t>
            </a:r>
            <a:r>
              <a:rPr lang="en-US" dirty="0" err="1"/>
              <a:t>yhteensovitus</a:t>
            </a:r>
            <a:r>
              <a:rPr lang="en-US" dirty="0"/>
              <a:t>. Erillinen </a:t>
            </a:r>
            <a:r>
              <a:rPr lang="en-US" dirty="0" err="1"/>
              <a:t>worktree</a:t>
            </a:r>
            <a:r>
              <a:rPr lang="en-US" dirty="0"/>
              <a:t> </a:t>
            </a:r>
            <a:r>
              <a:rPr lang="en-US" dirty="0" err="1"/>
              <a:t>eristää</a:t>
            </a:r>
            <a:r>
              <a:rPr lang="en-US" dirty="0"/>
              <a:t> </a:t>
            </a:r>
            <a:r>
              <a:rPr lang="en-US" dirty="0" err="1"/>
              <a:t>työkopion</a:t>
            </a:r>
            <a:r>
              <a:rPr lang="en-US" dirty="0"/>
              <a:t>, </a:t>
            </a:r>
            <a:r>
              <a:rPr lang="en-US" dirty="0" err="1"/>
              <a:t>mutta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poista</a:t>
            </a:r>
            <a:r>
              <a:rPr lang="en-US" dirty="0"/>
              <a:t> </a:t>
            </a:r>
            <a:r>
              <a:rPr lang="en-US" dirty="0" err="1"/>
              <a:t>ristiriitaisten</a:t>
            </a:r>
            <a:r>
              <a:rPr lang="en-US" dirty="0"/>
              <a:t> </a:t>
            </a:r>
            <a:r>
              <a:rPr lang="en-US" dirty="0" err="1"/>
              <a:t>ratkaisujen</a:t>
            </a:r>
            <a:r>
              <a:rPr lang="en-US" dirty="0"/>
              <a:t> </a:t>
            </a:r>
            <a:r>
              <a:rPr lang="en-US" dirty="0" err="1"/>
              <a:t>ongelmaa</a:t>
            </a:r>
            <a:r>
              <a:rPr lang="en-US" dirty="0"/>
              <a:t>. </a:t>
            </a:r>
            <a:r>
              <a:rPr lang="en-US" dirty="0" err="1"/>
              <a:t>Älä</a:t>
            </a:r>
            <a:r>
              <a:rPr lang="en-US" dirty="0"/>
              <a:t> </a:t>
            </a:r>
            <a:r>
              <a:rPr lang="en-US" dirty="0" err="1"/>
              <a:t>väitä</a:t>
            </a:r>
            <a:r>
              <a:rPr lang="en-US" dirty="0"/>
              <a:t> </a:t>
            </a:r>
            <a:r>
              <a:rPr lang="en-US" dirty="0" err="1"/>
              <a:t>lineaarista</a:t>
            </a:r>
            <a:r>
              <a:rPr lang="en-US" dirty="0"/>
              <a:t> </a:t>
            </a:r>
            <a:r>
              <a:rPr lang="en-US" dirty="0" err="1"/>
              <a:t>nopeushyötyä</a:t>
            </a:r>
            <a:r>
              <a:rPr lang="en-US" dirty="0"/>
              <a:t> </a:t>
            </a:r>
            <a:r>
              <a:rPr lang="en-US" dirty="0" err="1"/>
              <a:t>agenttien</a:t>
            </a:r>
            <a:r>
              <a:rPr lang="en-US" dirty="0"/>
              <a:t> </a:t>
            </a:r>
            <a:r>
              <a:rPr lang="en-US" dirty="0" err="1"/>
              <a:t>määrästä</a:t>
            </a:r>
            <a:r>
              <a:rPr lang="en-US" dirty="0"/>
              <a:t>. Aloita </a:t>
            </a:r>
            <a:r>
              <a:rPr lang="en-US" dirty="0" err="1"/>
              <a:t>yhdestä</a:t>
            </a:r>
            <a:r>
              <a:rPr lang="en-US" dirty="0"/>
              <a:t> </a:t>
            </a:r>
            <a:r>
              <a:rPr lang="en-US" dirty="0" err="1"/>
              <a:t>tehtävästä</a:t>
            </a:r>
            <a:r>
              <a:rPr lang="en-US" dirty="0"/>
              <a:t> ja </a:t>
            </a:r>
            <a:r>
              <a:rPr lang="en-US" dirty="0" err="1"/>
              <a:t>lisää</a:t>
            </a:r>
            <a:r>
              <a:rPr lang="en-US" dirty="0"/>
              <a:t> </a:t>
            </a:r>
            <a:r>
              <a:rPr lang="en-US" dirty="0" err="1"/>
              <a:t>rinnakkaisuutta</a:t>
            </a:r>
            <a:r>
              <a:rPr lang="en-US" dirty="0"/>
              <a:t> </a:t>
            </a:r>
            <a:r>
              <a:rPr lang="en-US" dirty="0" err="1"/>
              <a:t>vasta</a:t>
            </a:r>
            <a:r>
              <a:rPr lang="en-US" dirty="0"/>
              <a:t>, </a:t>
            </a:r>
            <a:r>
              <a:rPr lang="en-US" dirty="0" err="1"/>
              <a:t>kun</a:t>
            </a:r>
            <a:r>
              <a:rPr lang="en-US" dirty="0"/>
              <a:t> </a:t>
            </a:r>
            <a:r>
              <a:rPr lang="en-US" dirty="0" err="1"/>
              <a:t>riippuvuudet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 </a:t>
            </a:r>
            <a:r>
              <a:rPr lang="en-US" dirty="0" err="1"/>
              <a:t>selvät</a:t>
            </a:r>
            <a:r>
              <a:rPr lang="en-US" dirty="0"/>
              <a:t>. Lähde: https://</a:t>
            </a:r>
            <a:r>
              <a:rPr lang="en-US" dirty="0" err="1"/>
              <a:t>code.claude.com</a:t>
            </a:r>
            <a:r>
              <a:rPr lang="en-US" dirty="0"/>
              <a:t>/docs/</a:t>
            </a:r>
            <a:r>
              <a:rPr lang="en-US" dirty="0" err="1"/>
              <a:t>en</a:t>
            </a:r>
            <a:r>
              <a:rPr lang="en-US" dirty="0"/>
              <a:t>/common-workflows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22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52:30–54:00 · Julkaisun </a:t>
            </a:r>
            <a:r>
              <a:rPr lang="en-US" dirty="0" err="1"/>
              <a:t>jälkeinen</a:t>
            </a:r>
            <a:r>
              <a:rPr lang="en-US" dirty="0"/>
              <a:t> </a:t>
            </a:r>
            <a:r>
              <a:rPr lang="en-US" dirty="0" err="1"/>
              <a:t>kierros</a:t>
            </a:r>
            <a:r>
              <a:rPr lang="en-US" dirty="0"/>
              <a:t>. </a:t>
            </a:r>
            <a:r>
              <a:rPr lang="en-US" dirty="0" err="1"/>
              <a:t>Havainto</a:t>
            </a:r>
            <a:r>
              <a:rPr lang="en-US" dirty="0"/>
              <a:t> </a:t>
            </a:r>
            <a:r>
              <a:rPr lang="en-US" dirty="0" err="1"/>
              <a:t>voi</a:t>
            </a:r>
            <a:r>
              <a:rPr lang="en-US" dirty="0"/>
              <a:t> olla </a:t>
            </a:r>
            <a:r>
              <a:rPr lang="en-US" dirty="0" err="1"/>
              <a:t>virheilmoitus</a:t>
            </a:r>
            <a:r>
              <a:rPr lang="en-US" dirty="0"/>
              <a:t> tai </a:t>
            </a:r>
            <a:r>
              <a:rPr lang="en-US" dirty="0" err="1"/>
              <a:t>käyttäjän</a:t>
            </a:r>
            <a:r>
              <a:rPr lang="en-US" dirty="0"/>
              <a:t> </a:t>
            </a:r>
            <a:r>
              <a:rPr lang="en-US" dirty="0" err="1"/>
              <a:t>toistuva</a:t>
            </a:r>
            <a:r>
              <a:rPr lang="en-US" dirty="0"/>
              <a:t> </a:t>
            </a:r>
            <a:r>
              <a:rPr lang="en-US" dirty="0" err="1"/>
              <a:t>korjaus</a:t>
            </a:r>
            <a:r>
              <a:rPr lang="en-US" dirty="0"/>
              <a:t> </a:t>
            </a:r>
            <a:r>
              <a:rPr lang="en-US" dirty="0" err="1"/>
              <a:t>huoltoluonnokseen</a:t>
            </a:r>
            <a:r>
              <a:rPr lang="en-US" dirty="0"/>
              <a:t>. Agentti </a:t>
            </a:r>
            <a:r>
              <a:rPr lang="en-US" dirty="0" err="1"/>
              <a:t>voi</a:t>
            </a:r>
            <a:r>
              <a:rPr lang="en-US" dirty="0"/>
              <a:t> </a:t>
            </a:r>
            <a:r>
              <a:rPr lang="en-US" dirty="0" err="1"/>
              <a:t>auttaa</a:t>
            </a:r>
            <a:r>
              <a:rPr lang="en-US" dirty="0"/>
              <a:t> </a:t>
            </a:r>
            <a:r>
              <a:rPr lang="en-US" dirty="0" err="1"/>
              <a:t>tutkimaan</a:t>
            </a:r>
            <a:r>
              <a:rPr lang="en-US" dirty="0"/>
              <a:t> </a:t>
            </a:r>
            <a:r>
              <a:rPr lang="en-US" dirty="0" err="1"/>
              <a:t>havaintoa</a:t>
            </a:r>
            <a:r>
              <a:rPr lang="en-US" dirty="0"/>
              <a:t> ja </a:t>
            </a:r>
            <a:r>
              <a:rPr lang="en-US" dirty="0" err="1"/>
              <a:t>valmistelemaan</a:t>
            </a:r>
            <a:r>
              <a:rPr lang="en-US" dirty="0"/>
              <a:t> </a:t>
            </a:r>
            <a:r>
              <a:rPr lang="en-US" dirty="0" err="1"/>
              <a:t>rajatun</a:t>
            </a:r>
            <a:r>
              <a:rPr lang="en-US" dirty="0"/>
              <a:t> </a:t>
            </a:r>
            <a:r>
              <a:rPr lang="en-US" dirty="0" err="1"/>
              <a:t>korjauksen</a:t>
            </a:r>
            <a:r>
              <a:rPr lang="en-US" dirty="0"/>
              <a:t>. </a:t>
            </a:r>
            <a:r>
              <a:rPr lang="en-US" dirty="0" err="1"/>
              <a:t>Sovi</a:t>
            </a:r>
            <a:r>
              <a:rPr lang="en-US" dirty="0"/>
              <a:t> </a:t>
            </a:r>
            <a:r>
              <a:rPr lang="en-US" dirty="0" err="1"/>
              <a:t>mitä</a:t>
            </a:r>
            <a:r>
              <a:rPr lang="en-US" dirty="0"/>
              <a:t> </a:t>
            </a:r>
            <a:r>
              <a:rPr lang="en-US" dirty="0" err="1"/>
              <a:t>seurataan</a:t>
            </a:r>
            <a:r>
              <a:rPr lang="en-US" dirty="0"/>
              <a:t>, </a:t>
            </a:r>
            <a:r>
              <a:rPr lang="en-US" dirty="0" err="1"/>
              <a:t>kuka</a:t>
            </a:r>
            <a:r>
              <a:rPr lang="en-US" dirty="0"/>
              <a:t> </a:t>
            </a:r>
            <a:r>
              <a:rPr lang="en-US" dirty="0" err="1"/>
              <a:t>saa</a:t>
            </a:r>
            <a:r>
              <a:rPr lang="en-US" dirty="0"/>
              <a:t> </a:t>
            </a:r>
            <a:r>
              <a:rPr lang="en-US" dirty="0" err="1"/>
              <a:t>ilmoituksen</a:t>
            </a:r>
            <a:r>
              <a:rPr lang="en-US" dirty="0"/>
              <a:t> ja </a:t>
            </a:r>
            <a:r>
              <a:rPr lang="en-US" dirty="0" err="1"/>
              <a:t>kuka</a:t>
            </a:r>
            <a:r>
              <a:rPr lang="en-US" dirty="0"/>
              <a:t> </a:t>
            </a:r>
            <a:r>
              <a:rPr lang="en-US" dirty="0" err="1"/>
              <a:t>tekee</a:t>
            </a:r>
            <a:r>
              <a:rPr lang="en-US" dirty="0"/>
              <a:t> </a:t>
            </a:r>
            <a:r>
              <a:rPr lang="en-US" dirty="0" err="1"/>
              <a:t>julkaisupäätöksen</a:t>
            </a:r>
            <a:r>
              <a:rPr lang="en-US" dirty="0"/>
              <a:t>. </a:t>
            </a:r>
            <a:r>
              <a:rPr lang="en-US" dirty="0" err="1"/>
              <a:t>Pelkkä</a:t>
            </a:r>
            <a:r>
              <a:rPr lang="en-US" dirty="0"/>
              <a:t> </a:t>
            </a:r>
            <a:r>
              <a:rPr lang="en-US" dirty="0" err="1"/>
              <a:t>automaattinen</a:t>
            </a:r>
            <a:r>
              <a:rPr lang="en-US" dirty="0"/>
              <a:t> </a:t>
            </a:r>
            <a:r>
              <a:rPr lang="en-US" dirty="0" err="1"/>
              <a:t>tarkistus</a:t>
            </a:r>
            <a:r>
              <a:rPr lang="en-US" dirty="0"/>
              <a:t> </a:t>
            </a:r>
            <a:r>
              <a:rPr lang="en-US" dirty="0" err="1"/>
              <a:t>ilman</a:t>
            </a:r>
            <a:r>
              <a:rPr lang="en-US" dirty="0"/>
              <a:t> </a:t>
            </a:r>
            <a:r>
              <a:rPr lang="en-US" dirty="0" err="1"/>
              <a:t>omistajaa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takaa</a:t>
            </a:r>
            <a:r>
              <a:rPr lang="en-US" dirty="0"/>
              <a:t>, </a:t>
            </a:r>
            <a:r>
              <a:rPr lang="en-US" dirty="0" err="1"/>
              <a:t>että</a:t>
            </a:r>
            <a:r>
              <a:rPr lang="en-US" dirty="0"/>
              <a:t> </a:t>
            </a:r>
            <a:r>
              <a:rPr lang="en-US" dirty="0" err="1"/>
              <a:t>ongelma</a:t>
            </a:r>
            <a:r>
              <a:rPr lang="en-US" dirty="0"/>
              <a:t> </a:t>
            </a:r>
            <a:r>
              <a:rPr lang="en-US" dirty="0" err="1"/>
              <a:t>tulee</a:t>
            </a:r>
            <a:r>
              <a:rPr lang="en-US" dirty="0"/>
              <a:t> </a:t>
            </a:r>
            <a:r>
              <a:rPr lang="en-US" dirty="0" err="1"/>
              <a:t>käsitellyksi</a:t>
            </a:r>
            <a:r>
              <a:rPr lang="en-US" dirty="0"/>
              <a:t>. </a:t>
            </a:r>
            <a:r>
              <a:rPr lang="en-US" dirty="0" err="1"/>
              <a:t>Käytä</a:t>
            </a:r>
            <a:r>
              <a:rPr lang="en-US" dirty="0"/>
              <a:t> </a:t>
            </a:r>
            <a:r>
              <a:rPr lang="en-US" dirty="0" err="1"/>
              <a:t>samaa</a:t>
            </a:r>
            <a:r>
              <a:rPr lang="en-US" dirty="0"/>
              <a:t> </a:t>
            </a:r>
            <a:r>
              <a:rPr lang="en-US" dirty="0" err="1"/>
              <a:t>ketjua</a:t>
            </a:r>
            <a:r>
              <a:rPr lang="en-US" dirty="0"/>
              <a:t>: </a:t>
            </a:r>
            <a:r>
              <a:rPr lang="en-US" dirty="0" err="1"/>
              <a:t>havainto</a:t>
            </a:r>
            <a:r>
              <a:rPr lang="en-US" dirty="0"/>
              <a:t>, </a:t>
            </a:r>
            <a:r>
              <a:rPr lang="en-US" dirty="0" err="1"/>
              <a:t>tutkiminen</a:t>
            </a:r>
            <a:r>
              <a:rPr lang="en-US" dirty="0"/>
              <a:t>, </a:t>
            </a:r>
            <a:r>
              <a:rPr lang="en-US" dirty="0" err="1"/>
              <a:t>pieni</a:t>
            </a:r>
            <a:r>
              <a:rPr lang="en-US" dirty="0"/>
              <a:t> </a:t>
            </a:r>
            <a:r>
              <a:rPr lang="en-US" dirty="0" err="1"/>
              <a:t>muutos</a:t>
            </a:r>
            <a:r>
              <a:rPr lang="en-US" dirty="0"/>
              <a:t> ja </a:t>
            </a:r>
            <a:r>
              <a:rPr lang="en-US" dirty="0" err="1"/>
              <a:t>tarkistus</a:t>
            </a:r>
            <a:r>
              <a:rPr lang="en-US" dirty="0"/>
              <a:t>. </a:t>
            </a:r>
            <a:r>
              <a:rPr lang="en-US" dirty="0" err="1"/>
              <a:t>Julkaisu</a:t>
            </a:r>
            <a:r>
              <a:rPr lang="en-US" dirty="0"/>
              <a:t> ja </a:t>
            </a:r>
            <a:r>
              <a:rPr lang="en-US" dirty="0" err="1"/>
              <a:t>käyttö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 </a:t>
            </a:r>
            <a:r>
              <a:rPr lang="en-US" dirty="0" err="1"/>
              <a:t>osa</a:t>
            </a:r>
            <a:r>
              <a:rPr lang="en-US" dirty="0"/>
              <a:t> </a:t>
            </a:r>
            <a:r>
              <a:rPr lang="en-US" dirty="0" err="1"/>
              <a:t>elinkaarta</a:t>
            </a:r>
            <a:r>
              <a:rPr lang="en-US" dirty="0"/>
              <a:t>; </a:t>
            </a:r>
            <a:r>
              <a:rPr lang="en-US" dirty="0" err="1"/>
              <a:t>tämä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tarkoita</a:t>
            </a:r>
            <a:r>
              <a:rPr lang="en-US" dirty="0"/>
              <a:t>, </a:t>
            </a:r>
            <a:r>
              <a:rPr lang="en-US" dirty="0" err="1"/>
              <a:t>että</a:t>
            </a:r>
            <a:r>
              <a:rPr lang="en-US" dirty="0"/>
              <a:t> </a:t>
            </a:r>
            <a:r>
              <a:rPr lang="en-US" dirty="0" err="1"/>
              <a:t>agentti</a:t>
            </a:r>
            <a:r>
              <a:rPr lang="en-US" dirty="0"/>
              <a:t> </a:t>
            </a:r>
            <a:r>
              <a:rPr lang="en-US" dirty="0" err="1"/>
              <a:t>saisi</a:t>
            </a:r>
            <a:r>
              <a:rPr lang="en-US" dirty="0"/>
              <a:t> </a:t>
            </a:r>
            <a:r>
              <a:rPr lang="en-US" dirty="0" err="1"/>
              <a:t>automaattisesti</a:t>
            </a:r>
            <a:r>
              <a:rPr lang="en-US" dirty="0"/>
              <a:t> </a:t>
            </a:r>
            <a:r>
              <a:rPr lang="en-US" dirty="0" err="1"/>
              <a:t>julkaista</a:t>
            </a:r>
            <a:r>
              <a:rPr lang="en-US" dirty="0"/>
              <a:t> </a:t>
            </a:r>
            <a:r>
              <a:rPr lang="en-US" dirty="0" err="1"/>
              <a:t>kaikki</a:t>
            </a:r>
            <a:r>
              <a:rPr lang="en-US" dirty="0"/>
              <a:t> </a:t>
            </a:r>
            <a:r>
              <a:rPr lang="en-US" dirty="0" err="1"/>
              <a:t>muutokset</a:t>
            </a:r>
            <a:r>
              <a:rPr lang="en-US" dirty="0"/>
              <a:t>. </a:t>
            </a:r>
            <a:r>
              <a:rPr lang="en-US" dirty="0" err="1"/>
              <a:t>Esimerkki</a:t>
            </a:r>
            <a:r>
              <a:rPr lang="en-US" dirty="0"/>
              <a:t> on </a:t>
            </a:r>
            <a:r>
              <a:rPr lang="en-US" dirty="0" err="1"/>
              <a:t>työskentelymalli</a:t>
            </a:r>
            <a:r>
              <a:rPr lang="en-US" dirty="0"/>
              <a:t>,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tässä</a:t>
            </a:r>
            <a:r>
              <a:rPr lang="en-US" dirty="0"/>
              <a:t> </a:t>
            </a:r>
            <a:r>
              <a:rPr lang="en-US" dirty="0" err="1"/>
              <a:t>tehtävässä</a:t>
            </a:r>
            <a:r>
              <a:rPr lang="en-US" dirty="0"/>
              <a:t> </a:t>
            </a:r>
            <a:r>
              <a:rPr lang="en-US" dirty="0" err="1"/>
              <a:t>käynnistetty</a:t>
            </a:r>
            <a:r>
              <a:rPr lang="en-US" dirty="0"/>
              <a:t> </a:t>
            </a:r>
            <a:r>
              <a:rPr lang="en-US" dirty="0" err="1"/>
              <a:t>seuranta</a:t>
            </a:r>
            <a:r>
              <a:rPr lang="en-US" dirty="0"/>
              <a:t>. </a:t>
            </a:r>
            <a:r>
              <a:rPr lang="en-US" dirty="0" err="1"/>
              <a:t>Siirry</a:t>
            </a:r>
            <a:r>
              <a:rPr lang="en-US" dirty="0"/>
              <a:t> </a:t>
            </a:r>
            <a:r>
              <a:rPr lang="en-US" dirty="0" err="1"/>
              <a:t>lopuksi</a:t>
            </a:r>
            <a:r>
              <a:rPr lang="en-US" dirty="0"/>
              <a:t> </a:t>
            </a:r>
            <a:r>
              <a:rPr lang="en-US" dirty="0" err="1"/>
              <a:t>siihen</a:t>
            </a:r>
            <a:r>
              <a:rPr lang="en-US" dirty="0"/>
              <a:t>, </a:t>
            </a:r>
            <a:r>
              <a:rPr lang="en-US" dirty="0" err="1"/>
              <a:t>miten</a:t>
            </a:r>
            <a:r>
              <a:rPr lang="en-US" dirty="0"/>
              <a:t> </a:t>
            </a:r>
            <a:r>
              <a:rPr lang="en-US" dirty="0" err="1"/>
              <a:t>oma</a:t>
            </a:r>
            <a:r>
              <a:rPr lang="en-US" dirty="0"/>
              <a:t> </a:t>
            </a:r>
            <a:r>
              <a:rPr lang="en-US" dirty="0" err="1"/>
              <a:t>ymmärrys</a:t>
            </a:r>
            <a:r>
              <a:rPr lang="en-US" dirty="0"/>
              <a:t> </a:t>
            </a:r>
            <a:r>
              <a:rPr lang="en-US" dirty="0" err="1"/>
              <a:t>säilyy</a:t>
            </a:r>
            <a:r>
              <a:rPr lang="en-US" dirty="0"/>
              <a:t> </a:t>
            </a:r>
            <a:r>
              <a:rPr lang="en-US" dirty="0" err="1"/>
              <a:t>mukana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293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54:00–55:00 · Yksi </a:t>
            </a:r>
            <a:r>
              <a:rPr lang="en-US" dirty="0" err="1"/>
              <a:t>opittava</a:t>
            </a:r>
            <a:r>
              <a:rPr lang="en-US" dirty="0"/>
              <a:t> </a:t>
            </a:r>
            <a:r>
              <a:rPr lang="en-US" dirty="0" err="1"/>
              <a:t>päätös</a:t>
            </a:r>
            <a:r>
              <a:rPr lang="en-US" dirty="0"/>
              <a:t>. </a:t>
            </a:r>
            <a:r>
              <a:rPr lang="en-US" dirty="0" err="1"/>
              <a:t>Kysy</a:t>
            </a:r>
            <a:r>
              <a:rPr lang="en-US" dirty="0"/>
              <a:t>: </a:t>
            </a:r>
            <a:r>
              <a:rPr lang="en-US" dirty="0" err="1"/>
              <a:t>mitä</a:t>
            </a:r>
            <a:r>
              <a:rPr lang="en-US" dirty="0"/>
              <a:t> </a:t>
            </a:r>
            <a:r>
              <a:rPr lang="en-US" dirty="0" err="1"/>
              <a:t>rikkoutuisi</a:t>
            </a:r>
            <a:r>
              <a:rPr lang="en-US" dirty="0"/>
              <a:t>, </a:t>
            </a:r>
            <a:r>
              <a:rPr lang="en-US" dirty="0" err="1"/>
              <a:t>jos</a:t>
            </a:r>
            <a:r>
              <a:rPr lang="en-US" dirty="0"/>
              <a:t> </a:t>
            </a:r>
            <a:r>
              <a:rPr lang="en-US" dirty="0" err="1"/>
              <a:t>huoneisto</a:t>
            </a:r>
            <a:r>
              <a:rPr lang="en-US" dirty="0"/>
              <a:t> </a:t>
            </a:r>
            <a:r>
              <a:rPr lang="en-US" dirty="0" err="1"/>
              <a:t>olisi</a:t>
            </a:r>
            <a:r>
              <a:rPr lang="en-US" dirty="0"/>
              <a:t> </a:t>
            </a:r>
            <a:r>
              <a:rPr lang="en-US" dirty="0" err="1"/>
              <a:t>tyhjä</a:t>
            </a:r>
            <a:r>
              <a:rPr lang="en-US" dirty="0"/>
              <a:t>? Anna </a:t>
            </a:r>
            <a:r>
              <a:rPr lang="en-US" dirty="0" err="1"/>
              <a:t>hetki</a:t>
            </a:r>
            <a:r>
              <a:rPr lang="en-US" dirty="0"/>
              <a:t> </a:t>
            </a:r>
            <a:r>
              <a:rPr lang="en-US" dirty="0" err="1"/>
              <a:t>ennustamiseen</a:t>
            </a:r>
            <a:r>
              <a:rPr lang="en-US" dirty="0"/>
              <a:t>. </a:t>
            </a:r>
            <a:r>
              <a:rPr lang="en-US" dirty="0" err="1"/>
              <a:t>Selitä</a:t>
            </a:r>
            <a:r>
              <a:rPr lang="en-US" dirty="0"/>
              <a:t> </a:t>
            </a:r>
            <a:r>
              <a:rPr lang="en-US" dirty="0" err="1"/>
              <a:t>omin</a:t>
            </a:r>
            <a:r>
              <a:rPr lang="en-US" dirty="0"/>
              <a:t> </a:t>
            </a:r>
            <a:r>
              <a:rPr lang="en-US" dirty="0" err="1"/>
              <a:t>sanoin</a:t>
            </a:r>
            <a:r>
              <a:rPr lang="en-US" dirty="0"/>
              <a:t>, </a:t>
            </a:r>
            <a:r>
              <a:rPr lang="en-US" dirty="0" err="1"/>
              <a:t>mitä</a:t>
            </a:r>
            <a:r>
              <a:rPr lang="en-US" dirty="0"/>
              <a:t> </a:t>
            </a:r>
            <a:r>
              <a:rPr lang="en-US" dirty="0" err="1"/>
              <a:t>tietoa</a:t>
            </a:r>
            <a:r>
              <a:rPr lang="en-US" dirty="0"/>
              <a:t> </a:t>
            </a:r>
            <a:r>
              <a:rPr lang="en-US" dirty="0" err="1"/>
              <a:t>järjestelmä</a:t>
            </a:r>
            <a:r>
              <a:rPr lang="en-US" dirty="0"/>
              <a:t> </a:t>
            </a:r>
            <a:r>
              <a:rPr lang="en-US" dirty="0" err="1"/>
              <a:t>lähettää</a:t>
            </a:r>
            <a:r>
              <a:rPr lang="en-US" dirty="0"/>
              <a:t> ja </a:t>
            </a:r>
            <a:r>
              <a:rPr lang="en-US" dirty="0" err="1"/>
              <a:t>miten</a:t>
            </a:r>
            <a:r>
              <a:rPr lang="en-US" dirty="0"/>
              <a:t> se </a:t>
            </a:r>
            <a:r>
              <a:rPr lang="en-US" dirty="0" err="1"/>
              <a:t>näkyy</a:t>
            </a:r>
            <a:r>
              <a:rPr lang="en-US" dirty="0"/>
              <a:t> </a:t>
            </a:r>
            <a:r>
              <a:rPr lang="en-US" dirty="0" err="1"/>
              <a:t>takaisin</a:t>
            </a:r>
            <a:r>
              <a:rPr lang="en-US" dirty="0"/>
              <a:t>. </a:t>
            </a:r>
            <a:r>
              <a:rPr lang="en-US" dirty="0" err="1"/>
              <a:t>Tarkista</a:t>
            </a:r>
            <a:r>
              <a:rPr lang="en-US" dirty="0"/>
              <a:t> </a:t>
            </a:r>
            <a:r>
              <a:rPr lang="en-US" dirty="0" err="1"/>
              <a:t>ennuste</a:t>
            </a:r>
            <a:r>
              <a:rPr lang="en-US" dirty="0"/>
              <a:t> </a:t>
            </a:r>
            <a:r>
              <a:rPr lang="en-US" dirty="0" err="1"/>
              <a:t>testillä</a:t>
            </a:r>
            <a:r>
              <a:rPr lang="en-US" dirty="0"/>
              <a:t> tai </a:t>
            </a:r>
            <a:r>
              <a:rPr lang="en-US" dirty="0" err="1"/>
              <a:t>yhdessä</a:t>
            </a:r>
            <a:r>
              <a:rPr lang="en-US" dirty="0"/>
              <a:t> </a:t>
            </a:r>
            <a:r>
              <a:rPr lang="en-US" dirty="0" err="1"/>
              <a:t>toisen</a:t>
            </a:r>
            <a:r>
              <a:rPr lang="en-US" dirty="0"/>
              <a:t> </a:t>
            </a:r>
            <a:r>
              <a:rPr lang="en-US" dirty="0" err="1"/>
              <a:t>kehittäjän</a:t>
            </a:r>
            <a:r>
              <a:rPr lang="en-US" dirty="0"/>
              <a:t> </a:t>
            </a:r>
            <a:r>
              <a:rPr lang="en-US" dirty="0" err="1"/>
              <a:t>kanssa</a:t>
            </a:r>
            <a:r>
              <a:rPr lang="en-US" dirty="0"/>
              <a:t>. </a:t>
            </a:r>
            <a:r>
              <a:rPr lang="en-US" dirty="0" err="1"/>
              <a:t>Näin</a:t>
            </a:r>
            <a:r>
              <a:rPr lang="en-US" dirty="0"/>
              <a:t> </a:t>
            </a:r>
            <a:r>
              <a:rPr lang="en-US" dirty="0" err="1"/>
              <a:t>AI:n</a:t>
            </a:r>
            <a:r>
              <a:rPr lang="en-US" dirty="0"/>
              <a:t> </a:t>
            </a:r>
            <a:r>
              <a:rPr lang="en-US" dirty="0" err="1"/>
              <a:t>käyttö</a:t>
            </a:r>
            <a:r>
              <a:rPr lang="en-US" dirty="0"/>
              <a:t> ja </a:t>
            </a:r>
            <a:r>
              <a:rPr lang="en-US" dirty="0" err="1"/>
              <a:t>oppiminen</a:t>
            </a:r>
            <a:r>
              <a:rPr lang="en-US" dirty="0"/>
              <a:t> </a:t>
            </a:r>
            <a:r>
              <a:rPr lang="en-US" dirty="0" err="1"/>
              <a:t>voidaan</a:t>
            </a:r>
            <a:r>
              <a:rPr lang="en-US" dirty="0"/>
              <a:t> </a:t>
            </a:r>
            <a:r>
              <a:rPr lang="en-US" dirty="0" err="1"/>
              <a:t>yhdistää</a:t>
            </a:r>
            <a:r>
              <a:rPr lang="en-US" dirty="0"/>
              <a:t> </a:t>
            </a:r>
            <a:r>
              <a:rPr lang="en-US" dirty="0" err="1"/>
              <a:t>konkreettiseen</a:t>
            </a:r>
            <a:r>
              <a:rPr lang="en-US" dirty="0"/>
              <a:t> </a:t>
            </a:r>
            <a:r>
              <a:rPr lang="en-US" dirty="0" err="1"/>
              <a:t>tilanteeseen</a:t>
            </a:r>
            <a:r>
              <a:rPr lang="en-US" dirty="0"/>
              <a:t>. </a:t>
            </a:r>
            <a:r>
              <a:rPr lang="en-US" dirty="0" err="1"/>
              <a:t>Kaikkea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tarvitse</a:t>
            </a:r>
            <a:r>
              <a:rPr lang="en-US" dirty="0"/>
              <a:t> </a:t>
            </a:r>
            <a:r>
              <a:rPr lang="en-US" dirty="0" err="1"/>
              <a:t>kirjoittaa</a:t>
            </a:r>
            <a:r>
              <a:rPr lang="en-US" dirty="0"/>
              <a:t> </a:t>
            </a:r>
            <a:r>
              <a:rPr lang="en-US" dirty="0" err="1"/>
              <a:t>itse</a:t>
            </a:r>
            <a:r>
              <a:rPr lang="en-US" dirty="0"/>
              <a:t>, </a:t>
            </a:r>
            <a:r>
              <a:rPr lang="en-US" dirty="0" err="1"/>
              <a:t>mutta</a:t>
            </a:r>
            <a:r>
              <a:rPr lang="en-US" dirty="0"/>
              <a:t> </a:t>
            </a:r>
            <a:r>
              <a:rPr lang="en-US" dirty="0" err="1"/>
              <a:t>jokaisesta</a:t>
            </a:r>
            <a:r>
              <a:rPr lang="en-US" dirty="0"/>
              <a:t> </a:t>
            </a:r>
            <a:r>
              <a:rPr lang="en-US" dirty="0" err="1"/>
              <a:t>tehtävästä</a:t>
            </a:r>
            <a:r>
              <a:rPr lang="en-US" dirty="0"/>
              <a:t> </a:t>
            </a:r>
            <a:r>
              <a:rPr lang="en-US" dirty="0" err="1"/>
              <a:t>voi</a:t>
            </a:r>
            <a:r>
              <a:rPr lang="en-US" dirty="0"/>
              <a:t> </a:t>
            </a:r>
            <a:r>
              <a:rPr lang="en-US" dirty="0" err="1"/>
              <a:t>valita</a:t>
            </a:r>
            <a:r>
              <a:rPr lang="en-US" dirty="0"/>
              <a:t> </a:t>
            </a:r>
            <a:r>
              <a:rPr lang="en-US" dirty="0" err="1"/>
              <a:t>yhden</a:t>
            </a:r>
            <a:r>
              <a:rPr lang="en-US" dirty="0"/>
              <a:t> </a:t>
            </a:r>
            <a:r>
              <a:rPr lang="en-US" dirty="0" err="1"/>
              <a:t>päätöksen</a:t>
            </a:r>
            <a:r>
              <a:rPr lang="en-US" dirty="0"/>
              <a:t>, </a:t>
            </a:r>
            <a:r>
              <a:rPr lang="en-US" dirty="0" err="1"/>
              <a:t>jonka</a:t>
            </a:r>
            <a:r>
              <a:rPr lang="en-US" dirty="0"/>
              <a:t> </a:t>
            </a:r>
            <a:r>
              <a:rPr lang="en-US" dirty="0" err="1"/>
              <a:t>ymmärtää</a:t>
            </a:r>
            <a:r>
              <a:rPr lang="en-US" dirty="0"/>
              <a:t>. </a:t>
            </a:r>
            <a:r>
              <a:rPr lang="en-US" dirty="0" err="1"/>
              <a:t>Tämä</a:t>
            </a:r>
            <a:r>
              <a:rPr lang="en-US" dirty="0"/>
              <a:t> on </a:t>
            </a:r>
            <a:r>
              <a:rPr lang="en-US" dirty="0" err="1"/>
              <a:t>käytännön</a:t>
            </a:r>
            <a:r>
              <a:rPr lang="en-US" dirty="0"/>
              <a:t> </a:t>
            </a:r>
            <a:r>
              <a:rPr lang="en-US" dirty="0" err="1"/>
              <a:t>ehdotus</a:t>
            </a:r>
            <a:r>
              <a:rPr lang="en-US" dirty="0"/>
              <a:t>,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tutkimuksessa</a:t>
            </a:r>
            <a:r>
              <a:rPr lang="en-US" dirty="0"/>
              <a:t> </a:t>
            </a:r>
            <a:r>
              <a:rPr lang="en-US" dirty="0" err="1"/>
              <a:t>todistettu</a:t>
            </a:r>
            <a:r>
              <a:rPr lang="en-US" dirty="0"/>
              <a:t> </a:t>
            </a:r>
            <a:r>
              <a:rPr lang="en-US" dirty="0" err="1"/>
              <a:t>yleinen</a:t>
            </a:r>
            <a:r>
              <a:rPr lang="en-US" dirty="0"/>
              <a:t> </a:t>
            </a:r>
            <a:r>
              <a:rPr lang="en-US" dirty="0" err="1"/>
              <a:t>oppimismenetelmä</a:t>
            </a:r>
            <a:r>
              <a:rPr lang="en-US" dirty="0"/>
              <a:t>. </a:t>
            </a:r>
            <a:r>
              <a:rPr lang="en-US" dirty="0" err="1"/>
              <a:t>Käytännön</a:t>
            </a:r>
            <a:r>
              <a:rPr lang="en-US" dirty="0"/>
              <a:t> </a:t>
            </a:r>
            <a:r>
              <a:rPr lang="en-US" dirty="0" err="1"/>
              <a:t>osuus</a:t>
            </a:r>
            <a:r>
              <a:rPr lang="en-US" dirty="0"/>
              <a:t> </a:t>
            </a:r>
            <a:r>
              <a:rPr lang="en-US" dirty="0" err="1"/>
              <a:t>päättyy</a:t>
            </a:r>
            <a:r>
              <a:rPr lang="en-US" dirty="0"/>
              <a:t> </a:t>
            </a:r>
            <a:r>
              <a:rPr lang="en-US" dirty="0" err="1"/>
              <a:t>ajassa</a:t>
            </a:r>
            <a:r>
              <a:rPr lang="en-US" dirty="0"/>
              <a:t> 55:00. Lähde </a:t>
            </a:r>
            <a:r>
              <a:rPr lang="en-US" dirty="0" err="1"/>
              <a:t>oppimisen</a:t>
            </a:r>
            <a:r>
              <a:rPr lang="en-US" dirty="0"/>
              <a:t> </a:t>
            </a:r>
            <a:r>
              <a:rPr lang="en-US" dirty="0" err="1"/>
              <a:t>taustalle</a:t>
            </a:r>
            <a:r>
              <a:rPr lang="en-US" dirty="0"/>
              <a:t>: https://</a:t>
            </a:r>
            <a:r>
              <a:rPr lang="en-US" dirty="0" err="1"/>
              <a:t>www.anthropic.com</a:t>
            </a:r>
            <a:r>
              <a:rPr lang="en-US" dirty="0"/>
              <a:t>/research/AI-assistance-coding-skills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265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55:00–56:00 · </a:t>
            </a:r>
            <a:r>
              <a:rPr lang="en-US" dirty="0" err="1"/>
              <a:t>Seuraava</a:t>
            </a:r>
            <a:r>
              <a:rPr lang="en-US" dirty="0"/>
              <a:t> </a:t>
            </a:r>
            <a:r>
              <a:rPr lang="en-US" dirty="0" err="1"/>
              <a:t>hyödyllinen</a:t>
            </a:r>
            <a:r>
              <a:rPr lang="en-US" dirty="0"/>
              <a:t> </a:t>
            </a:r>
            <a:r>
              <a:rPr lang="en-US" dirty="0" err="1"/>
              <a:t>tehtävä</a:t>
            </a:r>
            <a:r>
              <a:rPr lang="en-US" dirty="0"/>
              <a:t>. Rajaa </a:t>
            </a:r>
            <a:r>
              <a:rPr lang="en-US" dirty="0" err="1"/>
              <a:t>tehtävä</a:t>
            </a:r>
            <a:r>
              <a:rPr lang="en-US" dirty="0"/>
              <a:t>, </a:t>
            </a:r>
            <a:r>
              <a:rPr lang="en-US" dirty="0" err="1"/>
              <a:t>määritä</a:t>
            </a:r>
            <a:r>
              <a:rPr lang="en-US" dirty="0"/>
              <a:t> </a:t>
            </a:r>
            <a:r>
              <a:rPr lang="en-US" dirty="0" err="1"/>
              <a:t>näyttö</a:t>
            </a:r>
            <a:r>
              <a:rPr lang="en-US" dirty="0"/>
              <a:t> ja </a:t>
            </a:r>
            <a:r>
              <a:rPr lang="en-US" dirty="0" err="1"/>
              <a:t>arvioi</a:t>
            </a:r>
            <a:r>
              <a:rPr lang="en-US" dirty="0"/>
              <a:t> </a:t>
            </a:r>
            <a:r>
              <a:rPr lang="en-US" dirty="0" err="1"/>
              <a:t>muutos</a:t>
            </a:r>
            <a:r>
              <a:rPr lang="en-US" dirty="0"/>
              <a:t>. </a:t>
            </a:r>
            <a:r>
              <a:rPr lang="en-US" dirty="0" err="1"/>
              <a:t>Palaa</a:t>
            </a:r>
            <a:r>
              <a:rPr lang="en-US" dirty="0"/>
              <a:t> </a:t>
            </a:r>
            <a:r>
              <a:rPr lang="en-US" dirty="0" err="1"/>
              <a:t>osoite-esimerkkiin</a:t>
            </a:r>
            <a:r>
              <a:rPr lang="en-US" dirty="0"/>
              <a:t>: </a:t>
            </a:r>
            <a:r>
              <a:rPr lang="en-US" dirty="0" err="1"/>
              <a:t>yksi</a:t>
            </a:r>
            <a:r>
              <a:rPr lang="en-US" dirty="0"/>
              <a:t> </a:t>
            </a:r>
            <a:r>
              <a:rPr lang="en-US" dirty="0" err="1"/>
              <a:t>toistettava</a:t>
            </a:r>
            <a:r>
              <a:rPr lang="en-US" dirty="0"/>
              <a:t> </a:t>
            </a:r>
            <a:r>
              <a:rPr lang="en-US" dirty="0" err="1"/>
              <a:t>virhe</a:t>
            </a:r>
            <a:r>
              <a:rPr lang="en-US" dirty="0"/>
              <a:t>, </a:t>
            </a:r>
            <a:r>
              <a:rPr lang="en-US" dirty="0" err="1"/>
              <a:t>selkeä</a:t>
            </a:r>
            <a:r>
              <a:rPr lang="en-US" dirty="0"/>
              <a:t> </a:t>
            </a:r>
            <a:r>
              <a:rPr lang="en-US" dirty="0" err="1"/>
              <a:t>säilymisen</a:t>
            </a:r>
            <a:r>
              <a:rPr lang="en-US" dirty="0"/>
              <a:t> </a:t>
            </a:r>
            <a:r>
              <a:rPr lang="en-US" dirty="0" err="1"/>
              <a:t>ehto</a:t>
            </a:r>
            <a:r>
              <a:rPr lang="en-US" dirty="0"/>
              <a:t>, </a:t>
            </a:r>
            <a:r>
              <a:rPr lang="en-US" dirty="0" err="1"/>
              <a:t>pieni</a:t>
            </a:r>
            <a:r>
              <a:rPr lang="en-US" dirty="0"/>
              <a:t> </a:t>
            </a:r>
            <a:r>
              <a:rPr lang="en-US" dirty="0" err="1"/>
              <a:t>korjaus</a:t>
            </a:r>
            <a:r>
              <a:rPr lang="en-US" dirty="0"/>
              <a:t> ja </a:t>
            </a:r>
            <a:r>
              <a:rPr lang="en-US" dirty="0" err="1"/>
              <a:t>tarkistus</a:t>
            </a:r>
            <a:r>
              <a:rPr lang="en-US" dirty="0"/>
              <a:t>. </a:t>
            </a:r>
            <a:r>
              <a:rPr lang="en-US" dirty="0" err="1"/>
              <a:t>Pyydä</a:t>
            </a:r>
            <a:r>
              <a:rPr lang="en-US" dirty="0"/>
              <a:t> </a:t>
            </a:r>
            <a:r>
              <a:rPr lang="en-US" dirty="0" err="1"/>
              <a:t>yleisöä</a:t>
            </a:r>
            <a:r>
              <a:rPr lang="en-US" dirty="0"/>
              <a:t> </a:t>
            </a:r>
            <a:r>
              <a:rPr lang="en-US" dirty="0" err="1"/>
              <a:t>valitsemaan</a:t>
            </a:r>
            <a:r>
              <a:rPr lang="en-US" dirty="0"/>
              <a:t> </a:t>
            </a:r>
            <a:r>
              <a:rPr lang="en-US" dirty="0" err="1"/>
              <a:t>mielessään</a:t>
            </a:r>
            <a:r>
              <a:rPr lang="en-US" dirty="0"/>
              <a:t> </a:t>
            </a:r>
            <a:r>
              <a:rPr lang="en-US" dirty="0" err="1"/>
              <a:t>yksi</a:t>
            </a:r>
            <a:r>
              <a:rPr lang="en-US" dirty="0"/>
              <a:t> </a:t>
            </a:r>
            <a:r>
              <a:rPr lang="en-US" dirty="0" err="1"/>
              <a:t>oma</a:t>
            </a:r>
            <a:r>
              <a:rPr lang="en-US" dirty="0"/>
              <a:t> </a:t>
            </a:r>
            <a:r>
              <a:rPr lang="en-US" dirty="0" err="1"/>
              <a:t>tehtävä</a:t>
            </a:r>
            <a:r>
              <a:rPr lang="en-US" dirty="0"/>
              <a:t>, </a:t>
            </a:r>
            <a:r>
              <a:rPr lang="en-US" dirty="0" err="1"/>
              <a:t>jossa</a:t>
            </a:r>
            <a:r>
              <a:rPr lang="en-US" dirty="0"/>
              <a:t> </a:t>
            </a:r>
            <a:r>
              <a:rPr lang="en-US" dirty="0" err="1"/>
              <a:t>tätä</a:t>
            </a:r>
            <a:r>
              <a:rPr lang="en-US" dirty="0"/>
              <a:t> </a:t>
            </a:r>
            <a:r>
              <a:rPr lang="en-US" dirty="0" err="1"/>
              <a:t>voisi</a:t>
            </a:r>
            <a:r>
              <a:rPr lang="en-US" dirty="0"/>
              <a:t> </a:t>
            </a:r>
            <a:r>
              <a:rPr lang="en-US" dirty="0" err="1"/>
              <a:t>kokeilla</a:t>
            </a:r>
            <a:r>
              <a:rPr lang="en-US" dirty="0"/>
              <a:t>. 56:00 SIIRRY SELAIMEEN: https://</a:t>
            </a:r>
            <a:r>
              <a:rPr lang="en-US" dirty="0" err="1"/>
              <a:t>gallup.koodattu.dev</a:t>
            </a:r>
            <a:r>
              <a:rPr lang="en-US" dirty="0"/>
              <a:t>. </a:t>
            </a:r>
            <a:r>
              <a:rPr lang="en-US" dirty="0" err="1"/>
              <a:t>Käytä</a:t>
            </a:r>
            <a:r>
              <a:rPr lang="en-US" dirty="0"/>
              <a:t> </a:t>
            </a:r>
            <a:r>
              <a:rPr lang="en-US" dirty="0" err="1"/>
              <a:t>loppugallupiin</a:t>
            </a:r>
            <a:r>
              <a:rPr lang="en-US" dirty="0"/>
              <a:t> 3 </a:t>
            </a:r>
            <a:r>
              <a:rPr lang="en-US" dirty="0" err="1"/>
              <a:t>minuuttia</a:t>
            </a:r>
            <a:r>
              <a:rPr lang="en-US" dirty="0"/>
              <a:t> ja </a:t>
            </a:r>
            <a:r>
              <a:rPr lang="en-US" dirty="0" err="1"/>
              <a:t>reagoi</a:t>
            </a:r>
            <a:r>
              <a:rPr lang="en-US" dirty="0"/>
              <a:t> </a:t>
            </a:r>
            <a:r>
              <a:rPr lang="en-US" dirty="0" err="1"/>
              <a:t>todelliseen</a:t>
            </a:r>
            <a:r>
              <a:rPr lang="en-US" dirty="0"/>
              <a:t> </a:t>
            </a:r>
            <a:r>
              <a:rPr lang="en-US" dirty="0" err="1"/>
              <a:t>tulokseen</a:t>
            </a:r>
            <a:r>
              <a:rPr lang="en-US" dirty="0"/>
              <a:t>. Gallupin </a:t>
            </a:r>
            <a:r>
              <a:rPr lang="en-US" dirty="0" err="1"/>
              <a:t>kysymykset</a:t>
            </a:r>
            <a:r>
              <a:rPr lang="en-US" dirty="0"/>
              <a:t> </a:t>
            </a:r>
            <a:r>
              <a:rPr lang="en-US" dirty="0" err="1"/>
              <a:t>ovat</a:t>
            </a:r>
            <a:r>
              <a:rPr lang="en-US" dirty="0"/>
              <a:t> </a:t>
            </a:r>
            <a:r>
              <a:rPr lang="en-US" dirty="0" err="1"/>
              <a:t>verkkosovelluksessa</a:t>
            </a:r>
            <a:r>
              <a:rPr lang="en-US" dirty="0"/>
              <a:t>, </a:t>
            </a:r>
            <a:r>
              <a:rPr lang="en-US" dirty="0" err="1"/>
              <a:t>eivät</a:t>
            </a:r>
            <a:r>
              <a:rPr lang="en-US" dirty="0"/>
              <a:t> </a:t>
            </a:r>
            <a:r>
              <a:rPr lang="en-US" dirty="0" err="1"/>
              <a:t>tässä</a:t>
            </a:r>
            <a:r>
              <a:rPr lang="en-US" dirty="0"/>
              <a:t> </a:t>
            </a:r>
            <a:r>
              <a:rPr lang="en-US" dirty="0" err="1"/>
              <a:t>PowerPointissa</a:t>
            </a:r>
            <a:r>
              <a:rPr lang="en-US" dirty="0"/>
              <a:t>. </a:t>
            </a:r>
            <a:r>
              <a:rPr lang="en-US" dirty="0" err="1"/>
              <a:t>Palaa</a:t>
            </a:r>
            <a:r>
              <a:rPr lang="en-US" dirty="0"/>
              <a:t> </a:t>
            </a:r>
            <a:r>
              <a:rPr lang="en-US" dirty="0" err="1"/>
              <a:t>päätösdiaan</a:t>
            </a:r>
            <a:r>
              <a:rPr lang="en-US" dirty="0"/>
              <a:t> </a:t>
            </a:r>
            <a:r>
              <a:rPr lang="en-US" dirty="0" err="1"/>
              <a:t>ajassa</a:t>
            </a:r>
            <a:r>
              <a:rPr lang="en-US" dirty="0"/>
              <a:t> 59:00. Jos </a:t>
            </a:r>
            <a:r>
              <a:rPr lang="en-US" dirty="0" err="1"/>
              <a:t>aikataulu</a:t>
            </a:r>
            <a:r>
              <a:rPr lang="en-US" dirty="0"/>
              <a:t> </a:t>
            </a:r>
            <a:r>
              <a:rPr lang="en-US" dirty="0" err="1"/>
              <a:t>venyy</a:t>
            </a:r>
            <a:r>
              <a:rPr lang="en-US" dirty="0"/>
              <a:t>, </a:t>
            </a:r>
            <a:r>
              <a:rPr lang="en-US" dirty="0" err="1"/>
              <a:t>pidä</a:t>
            </a:r>
            <a:r>
              <a:rPr lang="en-US" dirty="0"/>
              <a:t> </a:t>
            </a:r>
            <a:r>
              <a:rPr lang="en-US" dirty="0" err="1"/>
              <a:t>päätös</a:t>
            </a:r>
            <a:r>
              <a:rPr lang="en-US" dirty="0"/>
              <a:t> </a:t>
            </a:r>
            <a:r>
              <a:rPr lang="en-US" dirty="0" err="1"/>
              <a:t>silti</a:t>
            </a:r>
            <a:r>
              <a:rPr lang="en-US" dirty="0"/>
              <a:t> </a:t>
            </a:r>
            <a:r>
              <a:rPr lang="en-US" dirty="0" err="1"/>
              <a:t>lyhyenä</a:t>
            </a:r>
            <a:r>
              <a:rPr lang="en-US" dirty="0"/>
              <a:t> ja </a:t>
            </a:r>
            <a:r>
              <a:rPr lang="en-US" dirty="0" err="1"/>
              <a:t>selkeänä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851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59:00–60:00 · </a:t>
            </a:r>
            <a:r>
              <a:rPr lang="en-US" dirty="0" err="1"/>
              <a:t>Päätös</a:t>
            </a:r>
            <a:r>
              <a:rPr lang="en-US" dirty="0"/>
              <a:t>. Anna </a:t>
            </a:r>
            <a:r>
              <a:rPr lang="en-US" dirty="0" err="1"/>
              <a:t>lauseelle</a:t>
            </a:r>
            <a:r>
              <a:rPr lang="en-US" dirty="0"/>
              <a:t> </a:t>
            </a:r>
            <a:r>
              <a:rPr lang="en-US" dirty="0" err="1"/>
              <a:t>tilaa</a:t>
            </a:r>
            <a:r>
              <a:rPr lang="en-US" dirty="0"/>
              <a:t>: </a:t>
            </a:r>
            <a:r>
              <a:rPr lang="en-US" dirty="0" err="1"/>
              <a:t>koodi</a:t>
            </a:r>
            <a:r>
              <a:rPr lang="en-US" dirty="0"/>
              <a:t> </a:t>
            </a:r>
            <a:r>
              <a:rPr lang="en-US" dirty="0" err="1"/>
              <a:t>halpeni</a:t>
            </a:r>
            <a:r>
              <a:rPr lang="en-US" dirty="0"/>
              <a:t>, </a:t>
            </a:r>
            <a:r>
              <a:rPr lang="en-US" dirty="0" err="1"/>
              <a:t>vastuu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. Se on </a:t>
            </a:r>
            <a:r>
              <a:rPr lang="en-US" dirty="0" err="1"/>
              <a:t>esityksen</a:t>
            </a:r>
            <a:r>
              <a:rPr lang="en-US" dirty="0"/>
              <a:t> </a:t>
            </a:r>
            <a:r>
              <a:rPr lang="en-US" dirty="0" err="1"/>
              <a:t>tiivistävä</a:t>
            </a:r>
            <a:r>
              <a:rPr lang="en-US" dirty="0"/>
              <a:t> </a:t>
            </a:r>
            <a:r>
              <a:rPr lang="en-US" dirty="0" err="1"/>
              <a:t>tulkinta</a:t>
            </a:r>
            <a:r>
              <a:rPr lang="en-US" dirty="0"/>
              <a:t>,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universaali</a:t>
            </a:r>
            <a:r>
              <a:rPr lang="en-US" dirty="0"/>
              <a:t> </a:t>
            </a:r>
            <a:r>
              <a:rPr lang="en-US" dirty="0" err="1"/>
              <a:t>kustannusmittaus</a:t>
            </a:r>
            <a:r>
              <a:rPr lang="en-US" dirty="0"/>
              <a:t>. </a:t>
            </a:r>
            <a:r>
              <a:rPr lang="en-US" dirty="0" err="1"/>
              <a:t>Käytännön</a:t>
            </a:r>
            <a:r>
              <a:rPr lang="en-US" dirty="0"/>
              <a:t> </a:t>
            </a:r>
            <a:r>
              <a:rPr lang="en-US" dirty="0" err="1"/>
              <a:t>kutsu</a:t>
            </a:r>
            <a:r>
              <a:rPr lang="en-US" dirty="0"/>
              <a:t> on </a:t>
            </a:r>
            <a:r>
              <a:rPr lang="en-US" dirty="0" err="1"/>
              <a:t>valita</a:t>
            </a:r>
            <a:r>
              <a:rPr lang="en-US" dirty="0"/>
              <a:t> </a:t>
            </a:r>
            <a:r>
              <a:rPr lang="en-US" dirty="0" err="1"/>
              <a:t>hyödyllinen</a:t>
            </a:r>
            <a:r>
              <a:rPr lang="en-US" dirty="0"/>
              <a:t> </a:t>
            </a:r>
            <a:r>
              <a:rPr lang="en-US" dirty="0" err="1"/>
              <a:t>tehtävä</a:t>
            </a:r>
            <a:r>
              <a:rPr lang="en-US" dirty="0"/>
              <a:t> ja </a:t>
            </a:r>
            <a:r>
              <a:rPr lang="en-US" dirty="0" err="1"/>
              <a:t>tehdä</a:t>
            </a:r>
            <a:r>
              <a:rPr lang="en-US" dirty="0"/>
              <a:t> </a:t>
            </a:r>
            <a:r>
              <a:rPr lang="en-US" dirty="0" err="1"/>
              <a:t>lopputulos</a:t>
            </a:r>
            <a:r>
              <a:rPr lang="en-US" dirty="0"/>
              <a:t> </a:t>
            </a:r>
            <a:r>
              <a:rPr lang="en-US" dirty="0" err="1"/>
              <a:t>tarkistettavaksi</a:t>
            </a:r>
            <a:r>
              <a:rPr lang="en-US" dirty="0"/>
              <a:t>. Kiitä </a:t>
            </a:r>
            <a:r>
              <a:rPr lang="en-US" dirty="0" err="1"/>
              <a:t>yleisöä</a:t>
            </a:r>
            <a:r>
              <a:rPr lang="en-US" dirty="0"/>
              <a:t> ja </a:t>
            </a:r>
            <a:r>
              <a:rPr lang="en-US" dirty="0" err="1"/>
              <a:t>jatka</a:t>
            </a:r>
            <a:r>
              <a:rPr lang="en-US" dirty="0"/>
              <a:t> </a:t>
            </a:r>
            <a:r>
              <a:rPr lang="en-US" dirty="0" err="1"/>
              <a:t>keskustelua</a:t>
            </a:r>
            <a:r>
              <a:rPr lang="en-US" dirty="0"/>
              <a:t>. </a:t>
            </a:r>
            <a:r>
              <a:rPr lang="en-US" dirty="0" err="1"/>
              <a:t>Varsinainen</a:t>
            </a:r>
            <a:r>
              <a:rPr lang="en-US" dirty="0"/>
              <a:t> </a:t>
            </a:r>
            <a:r>
              <a:rPr lang="en-US" dirty="0" err="1"/>
              <a:t>tunnin</a:t>
            </a:r>
            <a:r>
              <a:rPr lang="en-US" dirty="0"/>
              <a:t> </a:t>
            </a:r>
            <a:r>
              <a:rPr lang="en-US" dirty="0" err="1"/>
              <a:t>kokonaisuus</a:t>
            </a:r>
            <a:r>
              <a:rPr lang="en-US" dirty="0"/>
              <a:t> </a:t>
            </a:r>
            <a:r>
              <a:rPr lang="en-US" dirty="0" err="1"/>
              <a:t>päättyy</a:t>
            </a:r>
            <a:r>
              <a:rPr lang="en-US" dirty="0"/>
              <a:t> </a:t>
            </a:r>
            <a:r>
              <a:rPr lang="en-US" dirty="0" err="1"/>
              <a:t>tähän</a:t>
            </a:r>
            <a:r>
              <a:rPr lang="en-US" dirty="0"/>
              <a:t>. </a:t>
            </a:r>
            <a:r>
              <a:rPr lang="en-US" dirty="0" err="1"/>
              <a:t>Mahdollinen</a:t>
            </a:r>
            <a:r>
              <a:rPr lang="en-US" dirty="0"/>
              <a:t> </a:t>
            </a:r>
            <a:r>
              <a:rPr lang="en-US" dirty="0" err="1"/>
              <a:t>lisäpalaute</a:t>
            </a:r>
            <a:r>
              <a:rPr lang="en-US" dirty="0"/>
              <a:t> </a:t>
            </a:r>
            <a:r>
              <a:rPr lang="en-US" dirty="0" err="1"/>
              <a:t>pysyy</a:t>
            </a:r>
            <a:r>
              <a:rPr lang="en-US" dirty="0"/>
              <a:t> </a:t>
            </a:r>
            <a:r>
              <a:rPr lang="en-US" dirty="0" err="1"/>
              <a:t>gallup.koodattu.dev-palvelussa</a:t>
            </a:r>
            <a:r>
              <a:rPr lang="en-US" dirty="0"/>
              <a:t>. </a:t>
            </a:r>
            <a:r>
              <a:rPr lang="en-US" dirty="0" err="1"/>
              <a:t>Älä</a:t>
            </a:r>
            <a:r>
              <a:rPr lang="en-US" dirty="0"/>
              <a:t> </a:t>
            </a:r>
            <a:r>
              <a:rPr lang="en-US" dirty="0" err="1"/>
              <a:t>lisää</a:t>
            </a:r>
            <a:r>
              <a:rPr lang="en-US" dirty="0"/>
              <a:t> </a:t>
            </a:r>
            <a:r>
              <a:rPr lang="en-US" dirty="0" err="1"/>
              <a:t>PowerPointiin</a:t>
            </a:r>
            <a:r>
              <a:rPr lang="en-US" dirty="0"/>
              <a:t> </a:t>
            </a:r>
            <a:r>
              <a:rPr lang="en-US" dirty="0" err="1"/>
              <a:t>uusia</a:t>
            </a:r>
            <a:r>
              <a:rPr lang="en-US" dirty="0"/>
              <a:t> </a:t>
            </a:r>
            <a:r>
              <a:rPr lang="en-US" dirty="0" err="1"/>
              <a:t>gallupkysymyksiä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0624A-9F91-5B4F-A746-08BC1F47DCE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43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96815-C7FD-B243-6F73-4D5E90298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F9E163-6615-DD47-2F54-41F9ABFDF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B6FE7-96AF-FF72-26F7-DB81899D5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54E30-2E8C-4221-E206-D908B8AD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3BFB3-2AEC-157A-4349-358ED080B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9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9A904-9AF5-EE0F-B77B-25FF80665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9D45B-E494-C5C2-E9F2-EE0EEF5F1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4CD30-4AC6-5BC7-8537-248BE8DB0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3A0E7-2B67-0E71-D131-4E8837D93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006E3-6FAD-A716-E33D-43BAC07C7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77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E2540-B7B1-A39E-CA7C-4F3A760E7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9E99E-EB47-C3B2-382E-155D5DAA5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8AD94-FE34-E61A-647B-08FEB0BB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0B215-8952-56F5-7E86-F27E7528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F1356-FAE5-EC12-9C40-6B3C627D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615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9831-0C39-D24D-5BD4-93467DFB2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1E431-5775-C98B-1019-986C3F3E75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EAB80-8F0C-B5AA-807C-58E86B640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DC0A0-3727-4A60-6F69-39B68ECF9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F6FDD-44F7-1808-2564-D5C325DAC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72DEF-ACE9-B932-F2C5-B5097B26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74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865E7-1386-B517-C664-0EDB48F34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3CEFF-AD71-7089-8095-5637954D4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87930-9CBE-ABCD-55E5-F6DC272E7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98746E-6224-2F40-762C-7318456078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280A8-2C20-4FFD-F119-81FB79ADD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751E9C-06ED-CA03-8E76-82BABEF0A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5CAE9A-EA5B-A20A-003F-C1D86EE94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D8A21-AF7C-BF27-22AB-D894518B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47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D96C9-0613-40FA-3E77-AE93E0EA9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27EEE3-56AC-96F9-9699-673362EB1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009C64-1D8B-829A-AE58-FCF243D99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3E8C34-C128-1CBD-AABF-FFEBBFDB4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59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1BAA7A-CBA0-832F-10A2-4A52F314C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4FD7A2-1CE5-CFE1-E6F6-D19A1DBD9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57C74-4396-6C84-070D-68F0FBB0E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97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2B92F-9043-AE0E-73F4-A9F6CCB20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AB160-A930-3627-A4E9-3A1C978D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0D63A-78D7-D3BB-A9F2-577E657AE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7C9B0-15E6-45E6-800F-13FBCC303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27650-5B5F-107D-96F9-1F13CB6D0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2BCC7-5FDE-9117-6DC8-A30F654E8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805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16419-2006-0199-2744-A65536CD3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56EDE5-201D-D588-6B80-D74C6F601A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07E20-F6B6-3E4E-5CAF-7DFC91A15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2B0A4-233D-BBE1-8F10-80A6CDEA7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19C50-B5C0-DA69-91BB-94C3E35F8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AFAC0-98ED-5245-CD22-8058E3BE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64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0CFBC-5F93-986A-A371-BEC29CDE1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66A0F-1D63-C761-F0E1-7171F9A53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2B426-38F6-687D-C689-0BFE3156F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3259D-5885-7FD3-ED28-F52555426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BFE17-FC46-D54A-3762-8A7D16D20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36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992BCF-89C8-8BA5-71D1-1CC0320EE8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6F6AB6-BD3A-2039-60F9-001A56E5F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70BEB-47E3-24D4-3EC1-BC0B7EECC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3232C-7970-06A9-4E7A-425ED0139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8B2B9-9558-495B-CBB4-B51E1DAB6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58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34E24-2A0E-37F9-2AE8-FF416F1E8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EB7D8-8188-06F5-2F62-01E26F1F6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B0DAE-E1BA-A8BC-DE85-2BBB6DCD1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165AC-DD94-B245-82D6-BE6367F0FC23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77846-C8A3-A004-A16F-F0F3F947F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D3D07-842D-5BAF-55CF-6B7E3250B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D487C-475A-414A-AFA2-340E798A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8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A080E3-A3EB-D940-2175-CEE933B42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C603C-6098-A2A1-3B86-045D011C9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8944D-E69C-6615-00B5-1F57377F2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906586-244A-FE49-9B3F-02046228A2C6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08BED-85BF-5D63-93D4-4090D4AD9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83E29-D195-1F71-4357-5866D81F67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C4AD5D-EA43-0A4A-8DD3-D165B5F9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30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10CD6EC-C651-F5FC-A170-E100C3939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2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10DF72-B586-C063-1AD9-72FC4881E49A}"/>
              </a:ext>
            </a:extLst>
          </p:cNvPr>
          <p:cNvSpPr txBox="1"/>
          <p:nvPr/>
        </p:nvSpPr>
        <p:spPr>
          <a:xfrm>
            <a:off x="744279" y="1158949"/>
            <a:ext cx="472084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00" b="1" dirty="0">
                <a:solidFill>
                  <a:schemeClr val="bg1"/>
                </a:solidFill>
              </a:rPr>
              <a:t>Hei</a:t>
            </a:r>
          </a:p>
          <a:p>
            <a:r>
              <a:rPr lang="en-US" sz="4200" b="1" dirty="0" err="1">
                <a:solidFill>
                  <a:schemeClr val="bg1"/>
                </a:solidFill>
              </a:rPr>
              <a:t>ohjelmistokehitys</a:t>
            </a:r>
            <a:r>
              <a:rPr lang="en-US" sz="4200" b="1" dirty="0">
                <a:solidFill>
                  <a:schemeClr val="bg1"/>
                </a:solidFill>
              </a:rPr>
              <a:t>,</a:t>
            </a:r>
          </a:p>
          <a:p>
            <a:r>
              <a:rPr lang="en-US" sz="4200" b="1" dirty="0" err="1">
                <a:solidFill>
                  <a:schemeClr val="bg1"/>
                </a:solidFill>
              </a:rPr>
              <a:t>mitä</a:t>
            </a:r>
            <a:r>
              <a:rPr lang="en-US" sz="4200" b="1" dirty="0">
                <a:solidFill>
                  <a:schemeClr val="bg1"/>
                </a:solidFill>
              </a:rPr>
              <a:t> </a:t>
            </a:r>
            <a:r>
              <a:rPr lang="en-US" sz="4200" b="1" dirty="0" err="1">
                <a:solidFill>
                  <a:schemeClr val="bg1"/>
                </a:solidFill>
              </a:rPr>
              <a:t>kuuluu</a:t>
            </a:r>
            <a:r>
              <a:rPr lang="en-US" sz="42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6E2641-9447-6D5B-A3B4-A39B027117F4}"/>
              </a:ext>
            </a:extLst>
          </p:cNvPr>
          <p:cNvSpPr txBox="1"/>
          <p:nvPr/>
        </p:nvSpPr>
        <p:spPr>
          <a:xfrm>
            <a:off x="744279" y="4338084"/>
            <a:ext cx="45630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Mikä </a:t>
            </a:r>
            <a:r>
              <a:rPr lang="en-US" sz="2400" dirty="0" err="1">
                <a:solidFill>
                  <a:schemeClr val="bg1"/>
                </a:solidFill>
              </a:rPr>
              <a:t>muuttui</a:t>
            </a:r>
            <a:r>
              <a:rPr lang="en-US" sz="2400" dirty="0">
                <a:solidFill>
                  <a:schemeClr val="bg1"/>
                </a:solidFill>
              </a:rPr>
              <a:t>?</a:t>
            </a:r>
          </a:p>
          <a:p>
            <a:r>
              <a:rPr lang="en-US" sz="2400" dirty="0">
                <a:solidFill>
                  <a:schemeClr val="bg1"/>
                </a:solidFill>
              </a:rPr>
              <a:t>Miten </a:t>
            </a:r>
            <a:r>
              <a:rPr lang="en-US" sz="2400" dirty="0" err="1">
                <a:solidFill>
                  <a:schemeClr val="bg1"/>
                </a:solidFill>
              </a:rPr>
              <a:t>AI:n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kanssa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tehdään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työtä</a:t>
            </a:r>
            <a:r>
              <a:rPr lang="en-US" sz="240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B395A0-C0F0-29F6-AEAA-29274BC0B838}"/>
              </a:ext>
            </a:extLst>
          </p:cNvPr>
          <p:cNvSpPr txBox="1"/>
          <p:nvPr/>
        </p:nvSpPr>
        <p:spPr>
          <a:xfrm>
            <a:off x="744279" y="6081823"/>
            <a:ext cx="237680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dirty="0" err="1">
                <a:solidFill>
                  <a:schemeClr val="bg1"/>
                </a:solidFill>
              </a:rPr>
              <a:t>Lakeus-Devaus</a:t>
            </a:r>
            <a:r>
              <a:rPr lang="en-US" sz="1900" dirty="0">
                <a:solidFill>
                  <a:schemeClr val="bg1"/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022919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1F5A32C-44EA-CF61-4F45-3CD365DC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Pyydä</a:t>
            </a:r>
            <a:r>
              <a:rPr lang="en-US" sz="3400" dirty="0"/>
              <a:t> </a:t>
            </a:r>
            <a:r>
              <a:rPr lang="en-US" sz="3400" dirty="0" err="1"/>
              <a:t>tulosta</a:t>
            </a:r>
            <a:r>
              <a:rPr lang="en-US" sz="3400" dirty="0"/>
              <a:t>, </a:t>
            </a:r>
            <a:r>
              <a:rPr lang="en-US" sz="3400" dirty="0" err="1"/>
              <a:t>jonka</a:t>
            </a:r>
            <a:r>
              <a:rPr lang="en-US" sz="3400" dirty="0"/>
              <a:t> </a:t>
            </a:r>
            <a:r>
              <a:rPr lang="en-US" sz="3400" dirty="0" err="1"/>
              <a:t>voit</a:t>
            </a:r>
            <a:r>
              <a:rPr lang="en-US" sz="3400" dirty="0"/>
              <a:t> </a:t>
            </a:r>
            <a:r>
              <a:rPr lang="en-US" sz="3400" dirty="0" err="1"/>
              <a:t>tarkistaa</a:t>
            </a:r>
            <a:endParaRPr lang="en-US" sz="34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3C12854-B13E-6D33-B7D2-FDBC1904C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Keskustelu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01D75F3-1B35-FFBE-9687-17D6DA53C5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Selitä</a:t>
            </a:r>
            <a:r>
              <a:rPr lang="en-US" dirty="0"/>
              <a:t>, </a:t>
            </a:r>
            <a:r>
              <a:rPr lang="en-US" dirty="0" err="1"/>
              <a:t>miten</a:t>
            </a:r>
            <a:endParaRPr lang="en-US" dirty="0"/>
          </a:p>
          <a:p>
            <a:r>
              <a:rPr lang="en-US" dirty="0" err="1"/>
              <a:t>osoitteen</a:t>
            </a:r>
            <a:r>
              <a:rPr lang="en-US" dirty="0"/>
              <a:t> </a:t>
            </a:r>
            <a:r>
              <a:rPr lang="en-US" dirty="0" err="1"/>
              <a:t>tallennus</a:t>
            </a:r>
            <a:r>
              <a:rPr lang="en-US" dirty="0"/>
              <a:t> </a:t>
            </a:r>
            <a:r>
              <a:rPr lang="en-US" dirty="0" err="1"/>
              <a:t>toimii</a:t>
            </a:r>
            <a:r>
              <a:rPr lang="en-US" dirty="0"/>
              <a:t>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34E1F87-5587-0DA5-3195-F128C1AC6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Tehtävän</a:t>
            </a:r>
            <a:r>
              <a:rPr lang="en-US" dirty="0"/>
              <a:t> </a:t>
            </a:r>
            <a:r>
              <a:rPr lang="en-US" dirty="0" err="1"/>
              <a:t>delegointi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B490CA2-FB76-83AA-EF5C-AB6BD85B28E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err="1"/>
              <a:t>Toista</a:t>
            </a:r>
            <a:r>
              <a:rPr lang="en-US" dirty="0"/>
              <a:t> </a:t>
            </a:r>
            <a:r>
              <a:rPr lang="en-US" dirty="0" err="1"/>
              <a:t>virhe</a:t>
            </a:r>
            <a:r>
              <a:rPr lang="en-US" dirty="0"/>
              <a:t>.</a:t>
            </a:r>
          </a:p>
          <a:p>
            <a:r>
              <a:rPr lang="en-US" dirty="0" err="1"/>
              <a:t>Korjaa</a:t>
            </a:r>
            <a:r>
              <a:rPr lang="en-US" dirty="0"/>
              <a:t> </a:t>
            </a:r>
            <a:r>
              <a:rPr lang="en-US" dirty="0" err="1"/>
              <a:t>rajattu</a:t>
            </a:r>
            <a:r>
              <a:rPr lang="en-US" dirty="0"/>
              <a:t> </a:t>
            </a:r>
            <a:r>
              <a:rPr lang="en-US" dirty="0" err="1"/>
              <a:t>syy</a:t>
            </a:r>
            <a:r>
              <a:rPr lang="en-US" dirty="0"/>
              <a:t>.</a:t>
            </a:r>
          </a:p>
          <a:p>
            <a:r>
              <a:rPr lang="en-US" dirty="0"/>
              <a:t>Näytä </a:t>
            </a:r>
            <a:r>
              <a:rPr lang="en-US" dirty="0" err="1"/>
              <a:t>toimiva</a:t>
            </a:r>
            <a:r>
              <a:rPr lang="en-US" dirty="0"/>
              <a:t> </a:t>
            </a:r>
            <a:r>
              <a:rPr lang="en-US" dirty="0" err="1"/>
              <a:t>tallennus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3066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CC47BA93-434F-8168-22CF-17EDB51FB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Toteutus </a:t>
            </a:r>
            <a:r>
              <a:rPr lang="en-US" sz="3200" dirty="0" err="1"/>
              <a:t>helpottuu</a:t>
            </a:r>
            <a:r>
              <a:rPr lang="en-US" sz="3200" dirty="0"/>
              <a:t>. Vaikeat </a:t>
            </a:r>
            <a:r>
              <a:rPr lang="en-US" sz="3200" dirty="0" err="1"/>
              <a:t>kysymykset</a:t>
            </a:r>
            <a:r>
              <a:rPr lang="en-US" sz="3200" dirty="0"/>
              <a:t> </a:t>
            </a:r>
            <a:r>
              <a:rPr lang="en-US" sz="3200" dirty="0" err="1"/>
              <a:t>jäävät</a:t>
            </a:r>
            <a:r>
              <a:rPr lang="en-US" sz="3200" dirty="0"/>
              <a:t>.</a:t>
            </a:r>
          </a:p>
        </p:txBody>
      </p:sp>
      <p:graphicFrame>
        <p:nvGraphicFramePr>
          <p:cNvPr id="31" name="Content Placeholder 30">
            <a:extLst>
              <a:ext uri="{FF2B5EF4-FFF2-40B4-BE49-F238E27FC236}">
                <a16:creationId xmlns:a16="http://schemas.microsoft.com/office/drawing/2014/main" id="{F8E5CB08-A834-09A2-A3E0-9C84FBE52C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536990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7295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5837477-3D9A-CF2F-247E-81CA53C0A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Rajattu</a:t>
            </a:r>
            <a:r>
              <a:rPr lang="en-US" sz="3200" dirty="0"/>
              <a:t> </a:t>
            </a:r>
            <a:r>
              <a:rPr lang="en-US" sz="3200" dirty="0" err="1"/>
              <a:t>tehtävä</a:t>
            </a:r>
            <a:r>
              <a:rPr lang="en-US" sz="3200" dirty="0"/>
              <a:t> </a:t>
            </a:r>
            <a:r>
              <a:rPr lang="en-US" sz="3200" dirty="0" err="1"/>
              <a:t>voi</a:t>
            </a:r>
            <a:r>
              <a:rPr lang="en-US" sz="3200" dirty="0"/>
              <a:t> </a:t>
            </a:r>
            <a:r>
              <a:rPr lang="en-US" sz="3200" dirty="0" err="1"/>
              <a:t>edetä</a:t>
            </a:r>
            <a:r>
              <a:rPr lang="en-US" sz="3200" dirty="0"/>
              <a:t> </a:t>
            </a:r>
            <a:r>
              <a:rPr lang="en-US" sz="3200" dirty="0" err="1"/>
              <a:t>pitkälle</a:t>
            </a:r>
            <a:r>
              <a:rPr lang="en-US" sz="3200" dirty="0"/>
              <a:t> </a:t>
            </a:r>
            <a:r>
              <a:rPr lang="en-US" sz="3200" dirty="0" err="1"/>
              <a:t>itsenäisesti</a:t>
            </a:r>
            <a:endParaRPr lang="en-US" sz="3200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1169DA62-D1FB-7B6C-1214-2A9BA4AF7B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457416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C5426A5-D863-63B8-C7DA-B75D4A9B1653}"/>
              </a:ext>
            </a:extLst>
          </p:cNvPr>
          <p:cNvSpPr txBox="1"/>
          <p:nvPr/>
        </p:nvSpPr>
        <p:spPr>
          <a:xfrm>
            <a:off x="838200" y="6176963"/>
            <a:ext cx="6534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MirrorCode</a:t>
            </a:r>
            <a:r>
              <a:rPr lang="en-US" dirty="0"/>
              <a:t> · </a:t>
            </a:r>
            <a:r>
              <a:rPr lang="en-US" dirty="0" err="1"/>
              <a:t>valittu</a:t>
            </a:r>
            <a:r>
              <a:rPr lang="en-US" dirty="0"/>
              <a:t> </a:t>
            </a:r>
            <a:r>
              <a:rPr lang="en-US" dirty="0" err="1"/>
              <a:t>toiminnallisuus</a:t>
            </a:r>
            <a:r>
              <a:rPr lang="en-US" dirty="0"/>
              <a:t> ja </a:t>
            </a:r>
            <a:r>
              <a:rPr lang="en-US" dirty="0" err="1"/>
              <a:t>erillinen</a:t>
            </a:r>
            <a:r>
              <a:rPr lang="en-US" dirty="0"/>
              <a:t> </a:t>
            </a:r>
            <a:r>
              <a:rPr lang="en-US" dirty="0" err="1"/>
              <a:t>vertailuympäristö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229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B6185052-4889-5BB7-48CF-C66720598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Tuottavuus</a:t>
            </a:r>
            <a:r>
              <a:rPr lang="en-US" sz="3400" dirty="0"/>
              <a:t> </a:t>
            </a:r>
            <a:r>
              <a:rPr lang="en-US" sz="3400" dirty="0" err="1"/>
              <a:t>riippuu</a:t>
            </a:r>
            <a:r>
              <a:rPr lang="en-US" sz="3400" dirty="0"/>
              <a:t> </a:t>
            </a:r>
            <a:r>
              <a:rPr lang="en-US" sz="3400" dirty="0" err="1"/>
              <a:t>tehtävästä</a:t>
            </a:r>
            <a:endParaRPr lang="en-US" sz="34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D5F81F-E37C-3614-BE11-36CE5C8E7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055EA95-CBB9-F0E1-F131-59EA6E0A3F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26 % </a:t>
            </a:r>
            <a:r>
              <a:rPr lang="en-US" dirty="0" err="1"/>
              <a:t>enemmän</a:t>
            </a:r>
            <a:endParaRPr lang="en-US" dirty="0"/>
          </a:p>
          <a:p>
            <a:r>
              <a:rPr lang="en-US" dirty="0" err="1"/>
              <a:t>valmistuneita</a:t>
            </a:r>
            <a:r>
              <a:rPr lang="en-US" dirty="0"/>
              <a:t> </a:t>
            </a:r>
            <a:r>
              <a:rPr lang="en-US" dirty="0" err="1"/>
              <a:t>tehtäviä</a:t>
            </a:r>
            <a:endParaRPr lang="en-US" dirty="0"/>
          </a:p>
          <a:p>
            <a:endParaRPr lang="en-US" dirty="0"/>
          </a:p>
          <a:p>
            <a:r>
              <a:rPr lang="en-US" dirty="0"/>
              <a:t>4 867 </a:t>
            </a:r>
            <a:r>
              <a:rPr lang="en-US" dirty="0" err="1"/>
              <a:t>kehittäjää</a:t>
            </a:r>
            <a:endParaRPr lang="en-US" dirty="0"/>
          </a:p>
          <a:p>
            <a:r>
              <a:rPr lang="en-US" dirty="0" err="1"/>
              <a:t>Kolme</a:t>
            </a:r>
            <a:r>
              <a:rPr lang="en-US" dirty="0"/>
              <a:t> </a:t>
            </a:r>
            <a:r>
              <a:rPr lang="en-US" dirty="0" err="1"/>
              <a:t>kenttäkoetta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9A6465-056D-3374-C670-3A955EAB8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METR, </a:t>
            </a:r>
            <a:r>
              <a:rPr lang="en-US" dirty="0" err="1"/>
              <a:t>alkuvuosi</a:t>
            </a:r>
            <a:r>
              <a:rPr lang="en-US" dirty="0"/>
              <a:t> 2025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F8D0E32-31FB-E440-926E-DDD23D8D676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19 % </a:t>
            </a:r>
            <a:r>
              <a:rPr lang="en-US" dirty="0" err="1"/>
              <a:t>enemmän</a:t>
            </a:r>
            <a:endParaRPr lang="en-US" dirty="0"/>
          </a:p>
          <a:p>
            <a:r>
              <a:rPr lang="en-US" dirty="0" err="1"/>
              <a:t>tehtäviin</a:t>
            </a:r>
            <a:r>
              <a:rPr lang="en-US" dirty="0"/>
              <a:t> </a:t>
            </a:r>
            <a:r>
              <a:rPr lang="en-US" dirty="0" err="1"/>
              <a:t>kulunutta</a:t>
            </a:r>
            <a:r>
              <a:rPr lang="en-US" dirty="0"/>
              <a:t> </a:t>
            </a:r>
            <a:r>
              <a:rPr lang="en-US" dirty="0" err="1"/>
              <a:t>aikaa</a:t>
            </a:r>
            <a:endParaRPr lang="en-US" dirty="0"/>
          </a:p>
          <a:p>
            <a:endParaRPr lang="en-US" dirty="0"/>
          </a:p>
          <a:p>
            <a:r>
              <a:rPr lang="en-US" dirty="0"/>
              <a:t>16 </a:t>
            </a:r>
            <a:r>
              <a:rPr lang="en-US" dirty="0" err="1"/>
              <a:t>kokenutta</a:t>
            </a:r>
            <a:r>
              <a:rPr lang="en-US" dirty="0"/>
              <a:t> </a:t>
            </a:r>
            <a:r>
              <a:rPr lang="en-US" dirty="0" err="1"/>
              <a:t>kehittäjää</a:t>
            </a:r>
            <a:endParaRPr lang="en-US" dirty="0"/>
          </a:p>
          <a:p>
            <a:r>
              <a:rPr lang="en-US" dirty="0"/>
              <a:t>Tutut </a:t>
            </a:r>
            <a:r>
              <a:rPr lang="en-US" dirty="0" err="1"/>
              <a:t>repositoriot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3851D4-75C6-0866-A0C8-9C5AB0748C6E}"/>
              </a:ext>
            </a:extLst>
          </p:cNvPr>
          <p:cNvSpPr txBox="1"/>
          <p:nvPr/>
        </p:nvSpPr>
        <p:spPr>
          <a:xfrm>
            <a:off x="839788" y="6273209"/>
            <a:ext cx="8944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Eri </a:t>
            </a:r>
            <a:r>
              <a:rPr lang="en-US" dirty="0" err="1"/>
              <a:t>mittarit</a:t>
            </a:r>
            <a:r>
              <a:rPr lang="en-US" dirty="0"/>
              <a:t> ja </a:t>
            </a:r>
            <a:r>
              <a:rPr lang="en-US" dirty="0" err="1"/>
              <a:t>tehtävät</a:t>
            </a:r>
            <a:r>
              <a:rPr lang="en-US" dirty="0"/>
              <a:t>. </a:t>
            </a:r>
            <a:r>
              <a:rPr lang="en-US" dirty="0" err="1"/>
              <a:t>METR:n</a:t>
            </a:r>
            <a:r>
              <a:rPr lang="en-US" dirty="0"/>
              <a:t> </a:t>
            </a:r>
            <a:r>
              <a:rPr lang="en-US" dirty="0" err="1"/>
              <a:t>jatkotutkimus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antanut</a:t>
            </a:r>
            <a:r>
              <a:rPr lang="en-US" dirty="0"/>
              <a:t> </a:t>
            </a:r>
            <a:r>
              <a:rPr lang="en-US" dirty="0" err="1"/>
              <a:t>luotettavaa</a:t>
            </a:r>
            <a:r>
              <a:rPr lang="en-US" dirty="0"/>
              <a:t> </a:t>
            </a:r>
            <a:r>
              <a:rPr lang="en-US" dirty="0" err="1"/>
              <a:t>vuoden</a:t>
            </a:r>
            <a:r>
              <a:rPr lang="en-US" dirty="0"/>
              <a:t> 2026 </a:t>
            </a:r>
            <a:r>
              <a:rPr lang="en-US" dirty="0" err="1"/>
              <a:t>arviota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8716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52E80AD-02FC-57E9-90FC-9E270F4C5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Nopeampi</a:t>
            </a:r>
            <a:r>
              <a:rPr lang="en-US" sz="3200" dirty="0"/>
              <a:t> </a:t>
            </a:r>
            <a:r>
              <a:rPr lang="en-US" sz="3200" dirty="0" err="1"/>
              <a:t>tehtävä</a:t>
            </a:r>
            <a:r>
              <a:rPr lang="en-US" sz="3200" dirty="0"/>
              <a:t> </a:t>
            </a:r>
            <a:r>
              <a:rPr lang="en-US" sz="3200" dirty="0" err="1"/>
              <a:t>ei</a:t>
            </a:r>
            <a:r>
              <a:rPr lang="en-US" sz="3200" dirty="0"/>
              <a:t> </a:t>
            </a:r>
            <a:r>
              <a:rPr lang="en-US" sz="3200" dirty="0" err="1"/>
              <a:t>yksin</a:t>
            </a:r>
            <a:r>
              <a:rPr lang="en-US" sz="3200" dirty="0"/>
              <a:t> </a:t>
            </a:r>
            <a:r>
              <a:rPr lang="en-US" sz="3200" dirty="0" err="1"/>
              <a:t>nopeuta</a:t>
            </a:r>
            <a:r>
              <a:rPr lang="en-US" sz="3200" dirty="0"/>
              <a:t> </a:t>
            </a:r>
            <a:r>
              <a:rPr lang="en-US" sz="3200" dirty="0" err="1"/>
              <a:t>toimitusta</a:t>
            </a:r>
            <a:endParaRPr lang="en-US" sz="3200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92BF7344-A234-3F30-2E76-8CB6FF4C5E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5168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5464705-3686-026F-9E39-11CE5D4E169B}"/>
              </a:ext>
            </a:extLst>
          </p:cNvPr>
          <p:cNvSpPr txBox="1"/>
          <p:nvPr/>
        </p:nvSpPr>
        <p:spPr>
          <a:xfrm>
            <a:off x="838200" y="6273209"/>
            <a:ext cx="6732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Missä</a:t>
            </a:r>
            <a:r>
              <a:rPr lang="en-US" dirty="0"/>
              <a:t> </a:t>
            </a:r>
            <a:r>
              <a:rPr lang="en-US" dirty="0" err="1"/>
              <a:t>työ</a:t>
            </a:r>
            <a:r>
              <a:rPr lang="en-US" dirty="0"/>
              <a:t> </a:t>
            </a:r>
            <a:r>
              <a:rPr lang="en-US" dirty="0" err="1"/>
              <a:t>odottaa</a:t>
            </a:r>
            <a:r>
              <a:rPr lang="en-US" dirty="0"/>
              <a:t>? </a:t>
            </a:r>
            <a:r>
              <a:rPr lang="en-US" dirty="0" err="1"/>
              <a:t>Esimerkkiketju</a:t>
            </a:r>
            <a:r>
              <a:rPr lang="en-US" dirty="0"/>
              <a:t>,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mitattu</a:t>
            </a:r>
            <a:r>
              <a:rPr lang="en-US" dirty="0"/>
              <a:t> </a:t>
            </a:r>
            <a:r>
              <a:rPr lang="en-US" dirty="0" err="1"/>
              <a:t>ajankäytön</a:t>
            </a:r>
            <a:r>
              <a:rPr lang="en-US" dirty="0"/>
              <a:t> </a:t>
            </a:r>
            <a:r>
              <a:rPr lang="en-US" dirty="0" err="1"/>
              <a:t>jakauma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0588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1E9299B-1A42-1F40-F767-159F27661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Valmis</a:t>
            </a:r>
            <a:r>
              <a:rPr lang="en-US" sz="3200" dirty="0"/>
              <a:t> </a:t>
            </a:r>
            <a:r>
              <a:rPr lang="en-US" sz="3200" dirty="0" err="1"/>
              <a:t>tehtävä</a:t>
            </a:r>
            <a:r>
              <a:rPr lang="en-US" sz="3200" dirty="0"/>
              <a:t> ja </a:t>
            </a:r>
            <a:r>
              <a:rPr lang="en-US" sz="3200" dirty="0" err="1"/>
              <a:t>opittu</a:t>
            </a:r>
            <a:r>
              <a:rPr lang="en-US" sz="3200" dirty="0"/>
              <a:t> </a:t>
            </a:r>
            <a:r>
              <a:rPr lang="en-US" sz="3200" dirty="0" err="1"/>
              <a:t>taito</a:t>
            </a:r>
            <a:r>
              <a:rPr lang="en-US" sz="3200" dirty="0"/>
              <a:t> </a:t>
            </a:r>
            <a:r>
              <a:rPr lang="en-US" sz="3200" dirty="0" err="1"/>
              <a:t>ovat</a:t>
            </a:r>
            <a:r>
              <a:rPr lang="en-US" sz="3200" dirty="0"/>
              <a:t> </a:t>
            </a:r>
            <a:r>
              <a:rPr lang="en-US" sz="3200" dirty="0" err="1"/>
              <a:t>eri</a:t>
            </a:r>
            <a:r>
              <a:rPr lang="en-US" sz="3200" dirty="0"/>
              <a:t> </a:t>
            </a:r>
            <a:r>
              <a:rPr lang="en-US" sz="3200" dirty="0" err="1"/>
              <a:t>tuloksia</a:t>
            </a:r>
            <a:endParaRPr lang="en-US" sz="3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78E148-D056-CE96-4C92-13F84BC9A2A7}"/>
              </a:ext>
            </a:extLst>
          </p:cNvPr>
          <p:cNvSpPr/>
          <p:nvPr/>
        </p:nvSpPr>
        <p:spPr>
          <a:xfrm>
            <a:off x="4423144" y="2838893"/>
            <a:ext cx="3108960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E1AFF7-F9FF-0EB2-F940-31BE2EEDC727}"/>
              </a:ext>
            </a:extLst>
          </p:cNvPr>
          <p:cNvSpPr/>
          <p:nvPr/>
        </p:nvSpPr>
        <p:spPr>
          <a:xfrm>
            <a:off x="4423144" y="4146698"/>
            <a:ext cx="4169664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EE3C59-EB41-420A-F74D-075E4917A679}"/>
              </a:ext>
            </a:extLst>
          </p:cNvPr>
          <p:cNvSpPr txBox="1"/>
          <p:nvPr/>
        </p:nvSpPr>
        <p:spPr>
          <a:xfrm>
            <a:off x="935665" y="2838893"/>
            <a:ext cx="1550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AI-</a:t>
            </a:r>
            <a:r>
              <a:rPr lang="en-US" dirty="0" err="1"/>
              <a:t>avusteinen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D6B884-613C-7795-05F1-646283BAD155}"/>
              </a:ext>
            </a:extLst>
          </p:cNvPr>
          <p:cNvSpPr txBox="1"/>
          <p:nvPr/>
        </p:nvSpPr>
        <p:spPr>
          <a:xfrm>
            <a:off x="935665" y="4146698"/>
            <a:ext cx="1256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Ilman</a:t>
            </a:r>
            <a:r>
              <a:rPr lang="en-US" dirty="0"/>
              <a:t> </a:t>
            </a:r>
            <a:r>
              <a:rPr lang="en-US" dirty="0" err="1"/>
              <a:t>AI:ta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B71DC9-ABFA-5CEC-70CE-0698BD516F54}"/>
              </a:ext>
            </a:extLst>
          </p:cNvPr>
          <p:cNvSpPr txBox="1"/>
          <p:nvPr/>
        </p:nvSpPr>
        <p:spPr>
          <a:xfrm>
            <a:off x="7532104" y="2838893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50 %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03F0F6-2E7B-A398-7518-F69E6DB0CF9B}"/>
              </a:ext>
            </a:extLst>
          </p:cNvPr>
          <p:cNvSpPr txBox="1"/>
          <p:nvPr/>
        </p:nvSpPr>
        <p:spPr>
          <a:xfrm>
            <a:off x="8592808" y="4146698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67 %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A7B42E-039C-4218-9D4E-A3131513C297}"/>
              </a:ext>
            </a:extLst>
          </p:cNvPr>
          <p:cNvSpPr txBox="1"/>
          <p:nvPr/>
        </p:nvSpPr>
        <p:spPr>
          <a:xfrm>
            <a:off x="838200" y="5390707"/>
            <a:ext cx="5859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Välitön</a:t>
            </a:r>
            <a:r>
              <a:rPr lang="en-US" dirty="0"/>
              <a:t> </a:t>
            </a:r>
            <a:r>
              <a:rPr lang="en-US" dirty="0" err="1"/>
              <a:t>osaamiskoe</a:t>
            </a:r>
            <a:r>
              <a:rPr lang="en-US" dirty="0"/>
              <a:t> · 52 </a:t>
            </a:r>
            <a:r>
              <a:rPr lang="en-US" dirty="0" err="1"/>
              <a:t>osallistujaa</a:t>
            </a:r>
            <a:r>
              <a:rPr lang="en-US" dirty="0"/>
              <a:t> · </a:t>
            </a:r>
            <a:r>
              <a:rPr lang="en-US" dirty="0" err="1"/>
              <a:t>uusi</a:t>
            </a:r>
            <a:r>
              <a:rPr lang="en-US" dirty="0"/>
              <a:t> Python-</a:t>
            </a:r>
            <a:r>
              <a:rPr lang="en-US" dirty="0" err="1"/>
              <a:t>kirjasto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AB5BA0-D5E4-71AE-ED10-BA84DF6C6178}"/>
              </a:ext>
            </a:extLst>
          </p:cNvPr>
          <p:cNvSpPr txBox="1"/>
          <p:nvPr/>
        </p:nvSpPr>
        <p:spPr>
          <a:xfrm>
            <a:off x="838200" y="5890437"/>
            <a:ext cx="7136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Tekijöiden</a:t>
            </a:r>
            <a:r>
              <a:rPr lang="en-US" dirty="0"/>
              <a:t> </a:t>
            </a:r>
            <a:r>
              <a:rPr lang="en-US" dirty="0" err="1"/>
              <a:t>pyöristetyt</a:t>
            </a:r>
            <a:r>
              <a:rPr lang="en-US" dirty="0"/>
              <a:t> </a:t>
            </a:r>
            <a:r>
              <a:rPr lang="en-US" dirty="0" err="1"/>
              <a:t>keskiarvot</a:t>
            </a:r>
            <a:r>
              <a:rPr lang="en-US" dirty="0"/>
              <a:t>. Ei </a:t>
            </a:r>
            <a:r>
              <a:rPr lang="en-US" dirty="0" err="1"/>
              <a:t>mittaa</a:t>
            </a:r>
            <a:r>
              <a:rPr lang="en-US" dirty="0"/>
              <a:t> </a:t>
            </a:r>
            <a:r>
              <a:rPr lang="en-US" dirty="0" err="1"/>
              <a:t>pysyvää</a:t>
            </a:r>
            <a:r>
              <a:rPr lang="en-US" dirty="0"/>
              <a:t> </a:t>
            </a:r>
            <a:r>
              <a:rPr lang="en-US" dirty="0" err="1"/>
              <a:t>taitojen</a:t>
            </a:r>
            <a:r>
              <a:rPr lang="en-US" dirty="0"/>
              <a:t> </a:t>
            </a:r>
            <a:r>
              <a:rPr lang="en-US" dirty="0" err="1"/>
              <a:t>menetystä</a:t>
            </a:r>
            <a:r>
              <a:rPr lang="en-US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FE3709-0965-72E2-9594-CA8CF90FA2F8}"/>
              </a:ext>
            </a:extLst>
          </p:cNvPr>
          <p:cNvSpPr txBox="1"/>
          <p:nvPr/>
        </p:nvSpPr>
        <p:spPr>
          <a:xfrm>
            <a:off x="4423144" y="4837814"/>
            <a:ext cx="293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3044C2-4A53-4637-F879-32F4D083A0EE}"/>
              </a:ext>
            </a:extLst>
          </p:cNvPr>
          <p:cNvSpPr txBox="1"/>
          <p:nvPr/>
        </p:nvSpPr>
        <p:spPr>
          <a:xfrm>
            <a:off x="7410893" y="4837814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50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967FB6-B59D-65C8-AB83-65CD5039F575}"/>
              </a:ext>
            </a:extLst>
          </p:cNvPr>
          <p:cNvSpPr txBox="1"/>
          <p:nvPr/>
        </p:nvSpPr>
        <p:spPr>
          <a:xfrm>
            <a:off x="10462437" y="4837814"/>
            <a:ext cx="7232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100 %</a:t>
            </a:r>
          </a:p>
        </p:txBody>
      </p:sp>
    </p:spTree>
    <p:extLst>
      <p:ext uri="{BB962C8B-B14F-4D97-AF65-F5344CB8AC3E}">
        <p14:creationId xmlns:p14="http://schemas.microsoft.com/office/powerpoint/2010/main" val="2722126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78C9BA3-6991-5A4A-D7C1-14655DB30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/>
              <a:t>AI </a:t>
            </a:r>
            <a:r>
              <a:rPr lang="en-US" sz="3400" dirty="0" err="1"/>
              <a:t>tekee</a:t>
            </a:r>
            <a:r>
              <a:rPr lang="en-US" sz="3400" dirty="0"/>
              <a:t> </a:t>
            </a:r>
            <a:r>
              <a:rPr lang="en-US" sz="3400" dirty="0" err="1"/>
              <a:t>uusista</a:t>
            </a:r>
            <a:r>
              <a:rPr lang="en-US" sz="3400" dirty="0"/>
              <a:t> </a:t>
            </a:r>
            <a:r>
              <a:rPr lang="en-US" sz="3400" dirty="0" err="1"/>
              <a:t>kokeiluista</a:t>
            </a:r>
            <a:r>
              <a:rPr lang="en-US" sz="3400" dirty="0"/>
              <a:t> </a:t>
            </a:r>
            <a:r>
              <a:rPr lang="en-US" sz="3400" dirty="0" err="1"/>
              <a:t>mahdollisia</a:t>
            </a:r>
            <a:endParaRPr lang="en-US" sz="34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A61451-2720-750D-846A-DAA913177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Huollon</a:t>
            </a:r>
            <a:r>
              <a:rPr lang="en-US" dirty="0"/>
              <a:t> </a:t>
            </a:r>
            <a:r>
              <a:rPr lang="en-US" dirty="0" err="1"/>
              <a:t>muistiinpanot</a:t>
            </a:r>
            <a:endParaRPr lang="en-US" dirty="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13C438C5-3088-575B-BB62-28C57E5E36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576387" y="2505075"/>
            <a:ext cx="3684588" cy="3684588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778DB04-D32A-D4DD-7193-82709F401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Tarkistettava</a:t>
            </a:r>
            <a:r>
              <a:rPr lang="en-US" dirty="0"/>
              <a:t> </a:t>
            </a:r>
            <a:r>
              <a:rPr lang="en-US" dirty="0" err="1"/>
              <a:t>luonnos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1931338A-945F-B1E8-CD9E-AAFF278A939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Laite: </a:t>
            </a:r>
            <a:r>
              <a:rPr lang="en-US" sz="2500" dirty="0" err="1"/>
              <a:t>Pumppu</a:t>
            </a:r>
            <a:r>
              <a:rPr lang="en-US" sz="2500" dirty="0"/>
              <a:t> A</a:t>
            </a:r>
          </a:p>
          <a:p>
            <a:r>
              <a:rPr lang="en-US" sz="2500" dirty="0" err="1"/>
              <a:t>Havainto</a:t>
            </a:r>
            <a:r>
              <a:rPr lang="en-US" sz="2500" dirty="0"/>
              <a:t>: </a:t>
            </a:r>
            <a:r>
              <a:rPr lang="en-US" sz="2500" dirty="0" err="1"/>
              <a:t>Epätavallinen</a:t>
            </a:r>
            <a:r>
              <a:rPr lang="en-US" sz="2500" dirty="0"/>
              <a:t> </a:t>
            </a:r>
            <a:r>
              <a:rPr lang="en-US" sz="2500" dirty="0" err="1"/>
              <a:t>ääni</a:t>
            </a:r>
            <a:endParaRPr lang="en-US" sz="2500" dirty="0"/>
          </a:p>
          <a:p>
            <a:r>
              <a:rPr lang="en-US" sz="2500" dirty="0"/>
              <a:t>Toimi: </a:t>
            </a:r>
            <a:r>
              <a:rPr lang="en-US" sz="2500" dirty="0" err="1"/>
              <a:t>Tarkista</a:t>
            </a:r>
            <a:r>
              <a:rPr lang="en-US" sz="2500" dirty="0"/>
              <a:t> </a:t>
            </a:r>
            <a:r>
              <a:rPr lang="en-US" sz="2500" dirty="0" err="1"/>
              <a:t>laakeri</a:t>
            </a:r>
            <a:endParaRPr lang="en-US" sz="2500" dirty="0"/>
          </a:p>
          <a:p>
            <a:endParaRPr lang="en-US" sz="2500" dirty="0"/>
          </a:p>
          <a:p>
            <a:r>
              <a:rPr lang="en-US" sz="2500" dirty="0" err="1"/>
              <a:t>Mitä</a:t>
            </a:r>
            <a:r>
              <a:rPr lang="en-US" sz="2500" dirty="0"/>
              <a:t> </a:t>
            </a:r>
            <a:r>
              <a:rPr lang="en-US" sz="2500" dirty="0" err="1"/>
              <a:t>asentaja</a:t>
            </a:r>
            <a:r>
              <a:rPr lang="en-US" sz="2500" dirty="0"/>
              <a:t> </a:t>
            </a:r>
            <a:r>
              <a:rPr lang="en-US" sz="2500" dirty="0" err="1"/>
              <a:t>korjaisi</a:t>
            </a:r>
            <a:r>
              <a:rPr lang="en-US" sz="2500" dirty="0"/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5A85E1-BEE2-BA84-FAFC-16B1D4745778}"/>
              </a:ext>
            </a:extLst>
          </p:cNvPr>
          <p:cNvSpPr txBox="1"/>
          <p:nvPr/>
        </p:nvSpPr>
        <p:spPr>
          <a:xfrm>
            <a:off x="6294474" y="6273209"/>
            <a:ext cx="241668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/>
              <a:t>Kuvitteellinen</a:t>
            </a:r>
            <a:r>
              <a:rPr lang="en-US" sz="1700" dirty="0"/>
              <a:t> </a:t>
            </a:r>
            <a:r>
              <a:rPr lang="en-US" sz="1700" dirty="0" err="1"/>
              <a:t>esimerkki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214762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95ADA7D-4931-95BE-9373-9DC146095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Työssä</a:t>
            </a:r>
            <a:r>
              <a:rPr lang="en-US" sz="3400" dirty="0"/>
              <a:t> </a:t>
            </a:r>
            <a:r>
              <a:rPr lang="en-US" sz="3400" dirty="0" err="1"/>
              <a:t>tarvitaan</a:t>
            </a:r>
            <a:r>
              <a:rPr lang="en-US" sz="3400" dirty="0"/>
              <a:t> </a:t>
            </a:r>
            <a:r>
              <a:rPr lang="en-US" sz="3400" dirty="0" err="1"/>
              <a:t>myös</a:t>
            </a:r>
            <a:r>
              <a:rPr lang="en-US" sz="3400" dirty="0"/>
              <a:t> </a:t>
            </a:r>
            <a:r>
              <a:rPr lang="en-US" sz="3400" dirty="0" err="1"/>
              <a:t>tilaa</a:t>
            </a:r>
            <a:r>
              <a:rPr lang="en-US" sz="3400" dirty="0"/>
              <a:t> </a:t>
            </a:r>
            <a:r>
              <a:rPr lang="en-US" sz="3400" dirty="0" err="1"/>
              <a:t>oppia</a:t>
            </a:r>
            <a:endParaRPr lang="en-US" sz="3400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3B843DF5-DD4A-4ACB-D3A1-53C7FAD91D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129884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E0788E6-2C46-875F-B2B8-985569CAA28D}"/>
              </a:ext>
            </a:extLst>
          </p:cNvPr>
          <p:cNvSpPr txBox="1"/>
          <p:nvPr/>
        </p:nvSpPr>
        <p:spPr>
          <a:xfrm>
            <a:off x="838200" y="6273209"/>
            <a:ext cx="578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Oppiminen</a:t>
            </a:r>
            <a:r>
              <a:rPr lang="en-US" dirty="0"/>
              <a:t> </a:t>
            </a:r>
            <a:r>
              <a:rPr lang="en-US" dirty="0" err="1"/>
              <a:t>tarvitsee</a:t>
            </a:r>
            <a:r>
              <a:rPr lang="en-US" dirty="0"/>
              <a:t> </a:t>
            </a:r>
            <a:r>
              <a:rPr lang="en-US" dirty="0" err="1"/>
              <a:t>aikaa</a:t>
            </a:r>
            <a:r>
              <a:rPr lang="en-US" dirty="0"/>
              <a:t>, </a:t>
            </a:r>
            <a:r>
              <a:rPr lang="en-US" dirty="0" err="1"/>
              <a:t>palautetta</a:t>
            </a:r>
            <a:r>
              <a:rPr lang="en-US" dirty="0"/>
              <a:t> ja </a:t>
            </a:r>
            <a:r>
              <a:rPr lang="en-US" dirty="0" err="1"/>
              <a:t>oikeita</a:t>
            </a:r>
            <a:r>
              <a:rPr lang="en-US" dirty="0"/>
              <a:t> </a:t>
            </a:r>
            <a:r>
              <a:rPr lang="en-US" dirty="0" err="1"/>
              <a:t>tehtäviä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6165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EB90B1F-AF85-A963-B40C-9502866E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Paikallinen</a:t>
            </a:r>
            <a:r>
              <a:rPr lang="en-US" sz="3400" dirty="0"/>
              <a:t> </a:t>
            </a:r>
            <a:r>
              <a:rPr lang="en-US" sz="3400" dirty="0" err="1"/>
              <a:t>etu</a:t>
            </a:r>
            <a:r>
              <a:rPr lang="en-US" sz="3400" dirty="0"/>
              <a:t> </a:t>
            </a:r>
            <a:r>
              <a:rPr lang="en-US" sz="3400" dirty="0" err="1"/>
              <a:t>syntyy</a:t>
            </a:r>
            <a:r>
              <a:rPr lang="en-US" sz="3400" dirty="0"/>
              <a:t> </a:t>
            </a:r>
            <a:r>
              <a:rPr lang="en-US" sz="3400" dirty="0" err="1"/>
              <a:t>työn</a:t>
            </a:r>
            <a:r>
              <a:rPr lang="en-US" sz="3400" dirty="0"/>
              <a:t> </a:t>
            </a:r>
            <a:r>
              <a:rPr lang="en-US" sz="3400" dirty="0" err="1"/>
              <a:t>tuntemisesta</a:t>
            </a:r>
            <a:endParaRPr lang="en-US" sz="3400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E0D5181-75CD-2F5F-AC8D-105AAFA37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Suomen</a:t>
            </a:r>
            <a:r>
              <a:rPr lang="en-US" dirty="0"/>
              <a:t> IT-ala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5E5CCEFE-AB32-4DB8-B468-6AFA500671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19 </a:t>
            </a:r>
            <a:r>
              <a:rPr lang="en-US" dirty="0" err="1"/>
              <a:t>mrd</a:t>
            </a:r>
            <a:r>
              <a:rPr lang="en-US" dirty="0"/>
              <a:t> € </a:t>
            </a:r>
            <a:r>
              <a:rPr lang="en-US" dirty="0" err="1"/>
              <a:t>liikevaihto</a:t>
            </a:r>
            <a:endParaRPr lang="en-US" dirty="0"/>
          </a:p>
          <a:p>
            <a:r>
              <a:rPr lang="en-US" dirty="0"/>
              <a:t>+5 % </a:t>
            </a:r>
            <a:r>
              <a:rPr lang="en-US" dirty="0" err="1"/>
              <a:t>vuonna</a:t>
            </a:r>
            <a:r>
              <a:rPr lang="en-US" dirty="0"/>
              <a:t> 2025</a:t>
            </a:r>
          </a:p>
          <a:p>
            <a:endParaRPr lang="en-US" dirty="0"/>
          </a:p>
          <a:p>
            <a:r>
              <a:rPr lang="en-US" dirty="0"/>
              <a:t>80 200 </a:t>
            </a:r>
            <a:r>
              <a:rPr lang="en-US" dirty="0" err="1"/>
              <a:t>työntekijää</a:t>
            </a:r>
            <a:endParaRPr lang="en-US" dirty="0"/>
          </a:p>
          <a:p>
            <a:r>
              <a:rPr lang="en-US" dirty="0" err="1"/>
              <a:t>Kesäkuu</a:t>
            </a:r>
            <a:r>
              <a:rPr lang="en-US" dirty="0"/>
              <a:t> 2026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F657403-0A50-9C61-A4C7-60D8BEB6C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Mahdollisuus</a:t>
            </a:r>
            <a:r>
              <a:rPr lang="en-US" dirty="0"/>
              <a:t> </a:t>
            </a:r>
            <a:r>
              <a:rPr lang="en-US" dirty="0" err="1"/>
              <a:t>lähellä</a:t>
            </a:r>
            <a:endParaRPr lang="en-US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E84CA8CA-95A1-3B94-40FD-3C5FF79C207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err="1"/>
              <a:t>Tunne</a:t>
            </a:r>
            <a:r>
              <a:rPr lang="en-US" dirty="0"/>
              <a:t> </a:t>
            </a:r>
            <a:r>
              <a:rPr lang="en-US" dirty="0" err="1"/>
              <a:t>oikea</a:t>
            </a:r>
            <a:r>
              <a:rPr lang="en-US" dirty="0"/>
              <a:t> </a:t>
            </a:r>
            <a:r>
              <a:rPr lang="en-US" dirty="0" err="1"/>
              <a:t>työ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Liitä</a:t>
            </a:r>
            <a:r>
              <a:rPr lang="en-US" dirty="0"/>
              <a:t> </a:t>
            </a:r>
            <a:r>
              <a:rPr lang="en-US" dirty="0" err="1"/>
              <a:t>nykyisiin</a:t>
            </a:r>
            <a:r>
              <a:rPr lang="en-US" dirty="0"/>
              <a:t> </a:t>
            </a:r>
            <a:r>
              <a:rPr lang="en-US" dirty="0" err="1"/>
              <a:t>järjestelmiin</a:t>
            </a:r>
            <a:endParaRPr lang="en-US" dirty="0"/>
          </a:p>
          <a:p>
            <a:endParaRPr lang="en-US" dirty="0"/>
          </a:p>
          <a:p>
            <a:r>
              <a:rPr lang="en-US" dirty="0"/>
              <a:t>Auta </a:t>
            </a:r>
            <a:r>
              <a:rPr lang="en-US" dirty="0" err="1"/>
              <a:t>käytössä</a:t>
            </a:r>
            <a:r>
              <a:rPr lang="en-US" dirty="0"/>
              <a:t> ja </a:t>
            </a:r>
            <a:r>
              <a:rPr lang="en-US" dirty="0" err="1"/>
              <a:t>ylläpidossa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66BDFB-5F05-FE5D-B23D-E07DBFCA77B3}"/>
              </a:ext>
            </a:extLst>
          </p:cNvPr>
          <p:cNvSpPr txBox="1"/>
          <p:nvPr/>
        </p:nvSpPr>
        <p:spPr>
          <a:xfrm>
            <a:off x="839788" y="6273209"/>
            <a:ext cx="690355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/>
              <a:t>Toimialaluvut</a:t>
            </a:r>
            <a:r>
              <a:rPr lang="en-US" sz="1700" dirty="0"/>
              <a:t>: </a:t>
            </a:r>
            <a:r>
              <a:rPr lang="en-US" sz="1700" dirty="0" err="1"/>
              <a:t>Teknologiateollisuus</a:t>
            </a:r>
            <a:r>
              <a:rPr lang="en-US" sz="1700" dirty="0"/>
              <a:t>. </a:t>
            </a:r>
            <a:r>
              <a:rPr lang="en-US" sz="1700" dirty="0" err="1"/>
              <a:t>Oikealla</a:t>
            </a:r>
            <a:r>
              <a:rPr lang="en-US" sz="1700" dirty="0"/>
              <a:t> </a:t>
            </a:r>
            <a:r>
              <a:rPr lang="en-US" sz="1700" dirty="0" err="1"/>
              <a:t>tulkinta</a:t>
            </a:r>
            <a:r>
              <a:rPr lang="en-US" sz="1700" dirty="0"/>
              <a:t> </a:t>
            </a:r>
            <a:r>
              <a:rPr lang="en-US" sz="1700" dirty="0" err="1"/>
              <a:t>mahdollisuudesta</a:t>
            </a:r>
            <a:r>
              <a:rPr lang="en-US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2278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B156232-BDAE-66E7-86C7-1F106282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Näin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tehtävä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etenee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AI:n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kanssa</a:t>
            </a:r>
            <a:endParaRPr lang="en-US" sz="3600" dirty="0">
              <a:solidFill>
                <a:schemeClr val="bg1"/>
              </a:solidFill>
            </a:endParaRP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C8129EE0-C66E-30FD-C6F8-6B86A23FB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214476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19A0CE0-D153-4F98-21B7-4CF31BC2F584}"/>
              </a:ext>
            </a:extLst>
          </p:cNvPr>
          <p:cNvSpPr txBox="1"/>
          <p:nvPr/>
        </p:nvSpPr>
        <p:spPr>
          <a:xfrm>
            <a:off x="838200" y="5773479"/>
            <a:ext cx="762567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 err="1">
                <a:solidFill>
                  <a:schemeClr val="bg1"/>
                </a:solidFill>
              </a:rPr>
              <a:t>Esimerkki</a:t>
            </a:r>
            <a:r>
              <a:rPr lang="en-US" sz="2100" dirty="0">
                <a:solidFill>
                  <a:schemeClr val="bg1"/>
                </a:solidFill>
              </a:rPr>
              <a:t>: </a:t>
            </a:r>
            <a:r>
              <a:rPr lang="en-US" sz="2100" dirty="0" err="1">
                <a:solidFill>
                  <a:schemeClr val="bg1"/>
                </a:solidFill>
              </a:rPr>
              <a:t>huoneiston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numero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katoaa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osoitteen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tallennuksessa</a:t>
            </a:r>
            <a:r>
              <a:rPr lang="en-US" sz="21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39E263-EB97-44C7-A4A1-DBB1C563CE69}"/>
              </a:ext>
            </a:extLst>
          </p:cNvPr>
          <p:cNvSpPr txBox="1"/>
          <p:nvPr/>
        </p:nvSpPr>
        <p:spPr>
          <a:xfrm>
            <a:off x="838200" y="6390167"/>
            <a:ext cx="605832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Codex · Claude Code · </a:t>
            </a:r>
            <a:r>
              <a:rPr lang="en-US" sz="1700" dirty="0" err="1">
                <a:solidFill>
                  <a:schemeClr val="bg1"/>
                </a:solidFill>
              </a:rPr>
              <a:t>projektin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työkalut</a:t>
            </a:r>
            <a:r>
              <a:rPr lang="en-US" sz="1700" dirty="0">
                <a:solidFill>
                  <a:schemeClr val="bg1"/>
                </a:solidFill>
              </a:rPr>
              <a:t> · </a:t>
            </a:r>
            <a:r>
              <a:rPr lang="en-US" sz="1700" dirty="0" err="1">
                <a:solidFill>
                  <a:schemeClr val="bg1"/>
                </a:solidFill>
              </a:rPr>
              <a:t>ihmisen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katselmointi</a:t>
            </a:r>
            <a:endParaRPr lang="en-US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212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A41E9A19-5470-4994-A43B-367839419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Hyvä</a:t>
            </a:r>
            <a:r>
              <a:rPr lang="en-US" sz="3400" dirty="0"/>
              <a:t> </a:t>
            </a:r>
            <a:r>
              <a:rPr lang="en-US" sz="3400" dirty="0" err="1"/>
              <a:t>tehtävä</a:t>
            </a:r>
            <a:r>
              <a:rPr lang="en-US" sz="3400" dirty="0"/>
              <a:t> </a:t>
            </a:r>
            <a:r>
              <a:rPr lang="en-US" sz="3400" dirty="0" err="1"/>
              <a:t>kertoo</a:t>
            </a:r>
            <a:r>
              <a:rPr lang="en-US" sz="3400" dirty="0"/>
              <a:t>, </a:t>
            </a:r>
            <a:r>
              <a:rPr lang="en-US" sz="3400" dirty="0" err="1"/>
              <a:t>miltä</a:t>
            </a:r>
            <a:r>
              <a:rPr lang="en-US" sz="3400" dirty="0"/>
              <a:t> </a:t>
            </a:r>
            <a:r>
              <a:rPr lang="en-US" sz="3400" dirty="0" err="1"/>
              <a:t>valmis</a:t>
            </a:r>
            <a:r>
              <a:rPr lang="en-US" sz="3400" dirty="0"/>
              <a:t> </a:t>
            </a:r>
            <a:r>
              <a:rPr lang="en-US" sz="3400" dirty="0" err="1"/>
              <a:t>näyttää</a:t>
            </a:r>
            <a:endParaRPr lang="en-US" sz="34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5995504-C488-3D58-8986-00E992AAF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600" dirty="0" err="1"/>
              <a:t>Epämääräinen</a:t>
            </a:r>
            <a:r>
              <a:rPr lang="en-US" sz="2600" dirty="0"/>
              <a:t> </a:t>
            </a:r>
            <a:r>
              <a:rPr lang="en-US" sz="2600" dirty="0" err="1"/>
              <a:t>pyyntö</a:t>
            </a:r>
            <a:endParaRPr lang="en-US" sz="260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9A802ED-450B-B1E7-6988-412303C40B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000" dirty="0" err="1"/>
              <a:t>Korjaa</a:t>
            </a:r>
            <a:r>
              <a:rPr lang="en-US" sz="3000" dirty="0"/>
              <a:t> </a:t>
            </a:r>
            <a:r>
              <a:rPr lang="en-US" sz="3000" dirty="0" err="1"/>
              <a:t>osoitelomake</a:t>
            </a:r>
            <a:r>
              <a:rPr lang="en-US" sz="3000" dirty="0"/>
              <a:t>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5F4A522-E1CA-70B7-A68B-5AEB272A5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600" dirty="0" err="1"/>
              <a:t>Rajattu</a:t>
            </a:r>
            <a:r>
              <a:rPr lang="en-US" sz="2600" dirty="0"/>
              <a:t> </a:t>
            </a:r>
            <a:r>
              <a:rPr lang="en-US" sz="2600" dirty="0" err="1"/>
              <a:t>tehtävä</a:t>
            </a:r>
            <a:endParaRPr lang="en-US" sz="2600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1A26615-9E6E-128D-1ED5-7394CFA4B64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Ongelma</a:t>
            </a:r>
            <a:r>
              <a:rPr lang="en-US" sz="2400" dirty="0"/>
              <a:t>: </a:t>
            </a:r>
            <a:r>
              <a:rPr lang="en-US" sz="2400" dirty="0" err="1"/>
              <a:t>Huoneisto</a:t>
            </a:r>
            <a:r>
              <a:rPr lang="en-US" sz="2400" dirty="0"/>
              <a:t> </a:t>
            </a:r>
            <a:r>
              <a:rPr lang="en-US" sz="2400" dirty="0" err="1"/>
              <a:t>katoaa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Tavoite</a:t>
            </a:r>
            <a:r>
              <a:rPr lang="en-US" sz="2400" dirty="0"/>
              <a:t>: </a:t>
            </a:r>
            <a:r>
              <a:rPr lang="en-US" sz="2400" dirty="0" err="1"/>
              <a:t>Säilyy</a:t>
            </a:r>
            <a:r>
              <a:rPr lang="en-US" sz="2400" dirty="0"/>
              <a:t> </a:t>
            </a:r>
            <a:r>
              <a:rPr lang="en-US" sz="2400" dirty="0" err="1"/>
              <a:t>latauksessa</a:t>
            </a:r>
            <a:r>
              <a:rPr lang="en-US" sz="2400" dirty="0"/>
              <a:t>.</a:t>
            </a:r>
          </a:p>
          <a:p>
            <a:r>
              <a:rPr lang="en-US" sz="2400" dirty="0"/>
              <a:t>Raja: </a:t>
            </a:r>
            <a:r>
              <a:rPr lang="en-US" sz="2400" dirty="0" err="1"/>
              <a:t>Säilytä</a:t>
            </a:r>
            <a:r>
              <a:rPr lang="en-US" sz="2400" dirty="0"/>
              <a:t> </a:t>
            </a:r>
            <a:r>
              <a:rPr lang="en-US" sz="2400" dirty="0" err="1"/>
              <a:t>rajapinta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Näyttö</a:t>
            </a:r>
            <a:r>
              <a:rPr lang="en-US" sz="2400" dirty="0"/>
              <a:t>: </a:t>
            </a:r>
            <a:r>
              <a:rPr lang="en-US" sz="2400" dirty="0" err="1"/>
              <a:t>Toisto</a:t>
            </a:r>
            <a:r>
              <a:rPr lang="en-US" sz="2400" dirty="0"/>
              <a:t>, </a:t>
            </a:r>
            <a:r>
              <a:rPr lang="en-US" sz="2400" dirty="0" err="1"/>
              <a:t>testi</a:t>
            </a:r>
            <a:r>
              <a:rPr lang="en-US" sz="2400" dirty="0"/>
              <a:t>, </a:t>
            </a:r>
            <a:r>
              <a:rPr lang="en-US" sz="2400" dirty="0" err="1"/>
              <a:t>tallennus</a:t>
            </a:r>
            <a:r>
              <a:rPr lang="en-US" sz="2400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74ADDB-5B7D-1B51-B803-A67280BBB42F}"/>
              </a:ext>
            </a:extLst>
          </p:cNvPr>
          <p:cNvSpPr txBox="1"/>
          <p:nvPr/>
        </p:nvSpPr>
        <p:spPr>
          <a:xfrm>
            <a:off x="839788" y="5890437"/>
            <a:ext cx="6824369" cy="430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200" dirty="0" err="1"/>
              <a:t>Hyvä</a:t>
            </a:r>
            <a:r>
              <a:rPr lang="en-US" sz="2200" dirty="0"/>
              <a:t> </a:t>
            </a:r>
            <a:r>
              <a:rPr lang="en-US" sz="2200" dirty="0" err="1"/>
              <a:t>aloitus</a:t>
            </a:r>
            <a:r>
              <a:rPr lang="en-US" sz="2200" dirty="0"/>
              <a:t>: ”</a:t>
            </a:r>
            <a:r>
              <a:rPr lang="en-US" sz="2200" dirty="0" err="1"/>
              <a:t>Tutki</a:t>
            </a:r>
            <a:r>
              <a:rPr lang="en-US" sz="2200" dirty="0"/>
              <a:t> </a:t>
            </a:r>
            <a:r>
              <a:rPr lang="en-US" sz="2200" dirty="0" err="1"/>
              <a:t>ensin</a:t>
            </a:r>
            <a:r>
              <a:rPr lang="en-US" sz="2200" dirty="0"/>
              <a:t> </a:t>
            </a:r>
            <a:r>
              <a:rPr lang="en-US" sz="2200" dirty="0" err="1"/>
              <a:t>syy</a:t>
            </a:r>
            <a:r>
              <a:rPr lang="en-US" sz="2200" dirty="0"/>
              <a:t> ja </a:t>
            </a:r>
            <a:r>
              <a:rPr lang="en-US" sz="2200" dirty="0" err="1"/>
              <a:t>ehdota</a:t>
            </a:r>
            <a:r>
              <a:rPr lang="en-US" sz="2200" dirty="0"/>
              <a:t> </a:t>
            </a:r>
            <a:r>
              <a:rPr lang="en-US" sz="2200" dirty="0" err="1"/>
              <a:t>pienin</a:t>
            </a:r>
            <a:r>
              <a:rPr lang="en-US" sz="2200" dirty="0"/>
              <a:t> </a:t>
            </a:r>
            <a:r>
              <a:rPr lang="en-US" sz="2200" dirty="0" err="1"/>
              <a:t>korjaus</a:t>
            </a:r>
            <a:r>
              <a:rPr lang="en-US" sz="2200" dirty="0"/>
              <a:t>.”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027A46-FD90-28A4-07B5-455C96393A9F}"/>
              </a:ext>
            </a:extLst>
          </p:cNvPr>
          <p:cNvSpPr txBox="1"/>
          <p:nvPr/>
        </p:nvSpPr>
        <p:spPr>
          <a:xfrm>
            <a:off x="839788" y="6321324"/>
            <a:ext cx="612552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/>
              <a:t>Opetusesimerkki</a:t>
            </a:r>
            <a:r>
              <a:rPr lang="en-US" sz="1700" dirty="0"/>
              <a:t> · </a:t>
            </a:r>
            <a:r>
              <a:rPr lang="en-US" sz="1700" dirty="0" err="1"/>
              <a:t>sama</a:t>
            </a:r>
            <a:r>
              <a:rPr lang="en-US" sz="1700" dirty="0"/>
              <a:t> </a:t>
            </a:r>
            <a:r>
              <a:rPr lang="en-US" sz="1700" dirty="0" err="1"/>
              <a:t>periaate</a:t>
            </a:r>
            <a:r>
              <a:rPr lang="en-US" sz="1700" dirty="0"/>
              <a:t> </a:t>
            </a:r>
            <a:r>
              <a:rPr lang="en-US" sz="1700" dirty="0" err="1"/>
              <a:t>Codexissa</a:t>
            </a:r>
            <a:r>
              <a:rPr lang="en-US" sz="1700" dirty="0"/>
              <a:t> ja Claude Codessa</a:t>
            </a:r>
          </a:p>
        </p:txBody>
      </p:sp>
    </p:spTree>
    <p:extLst>
      <p:ext uri="{BB962C8B-B14F-4D97-AF65-F5344CB8AC3E}">
        <p14:creationId xmlns:p14="http://schemas.microsoft.com/office/powerpoint/2010/main" val="1798181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A6B9F699-23FD-07E4-9FAD-DF7C43BF8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/>
              <a:t>Anna </a:t>
            </a:r>
            <a:r>
              <a:rPr lang="en-US" sz="3400" dirty="0" err="1"/>
              <a:t>agentille</a:t>
            </a:r>
            <a:r>
              <a:rPr lang="en-US" sz="3400" dirty="0"/>
              <a:t> </a:t>
            </a:r>
            <a:r>
              <a:rPr lang="en-US" sz="3400" dirty="0" err="1"/>
              <a:t>projektin</a:t>
            </a:r>
            <a:r>
              <a:rPr lang="en-US" sz="3400" dirty="0"/>
              <a:t> </a:t>
            </a:r>
            <a:r>
              <a:rPr lang="en-US" sz="3400" dirty="0" err="1"/>
              <a:t>oma</a:t>
            </a:r>
            <a:r>
              <a:rPr lang="en-US" sz="3400" dirty="0"/>
              <a:t> </a:t>
            </a:r>
            <a:r>
              <a:rPr lang="en-US" sz="3400" dirty="0" err="1"/>
              <a:t>totuus</a:t>
            </a:r>
            <a:endParaRPr lang="en-US" sz="34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52B1CB0-62B5-3E24-3991-65553A4AA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Koodi ja </a:t>
            </a:r>
            <a:r>
              <a:rPr lang="en-US" sz="2600" dirty="0" err="1"/>
              <a:t>esimerkit</a:t>
            </a:r>
            <a:endParaRPr lang="en-US" sz="260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4422C4D-A972-F64E-70C1-C2FC50FF2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600" dirty="0" err="1"/>
              <a:t>src</a:t>
            </a:r>
            <a:r>
              <a:rPr lang="en-US" sz="2600" dirty="0"/>
              <a:t>/</a:t>
            </a:r>
            <a:r>
              <a:rPr lang="en-US" sz="2600" dirty="0" err="1"/>
              <a:t>address.ts</a:t>
            </a:r>
            <a:endParaRPr lang="en-US" sz="2600" dirty="0"/>
          </a:p>
          <a:p>
            <a:r>
              <a:rPr lang="en-US" sz="2600" dirty="0"/>
              <a:t>tests/</a:t>
            </a:r>
            <a:r>
              <a:rPr lang="en-US" sz="2600" dirty="0" err="1"/>
              <a:t>address.test.ts</a:t>
            </a:r>
            <a:endParaRPr lang="en-US" sz="2600" dirty="0"/>
          </a:p>
          <a:p>
            <a:r>
              <a:rPr lang="en-US" sz="2600" dirty="0" err="1"/>
              <a:t>package.json</a:t>
            </a:r>
            <a:endParaRPr lang="en-US" sz="2600" dirty="0"/>
          </a:p>
          <a:p>
            <a:r>
              <a:rPr lang="en-US" sz="2600" dirty="0" err="1"/>
              <a:t>README.md</a:t>
            </a:r>
            <a:endParaRPr lang="en-US" sz="260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8EA36F2-5393-8909-0867-938E831C9A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600" dirty="0" err="1"/>
              <a:t>Pysyvät</a:t>
            </a:r>
            <a:r>
              <a:rPr lang="en-US" sz="2600" dirty="0"/>
              <a:t> </a:t>
            </a:r>
            <a:r>
              <a:rPr lang="en-US" sz="2600" dirty="0" err="1"/>
              <a:t>ohjeet</a:t>
            </a:r>
            <a:endParaRPr lang="en-US" sz="2600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B3D9597-074B-BABE-9AB2-0BA71D0B5A2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Codex: </a:t>
            </a:r>
            <a:r>
              <a:rPr lang="en-US" sz="2400" dirty="0" err="1"/>
              <a:t>AGENTS.md</a:t>
            </a:r>
            <a:endParaRPr lang="en-US" sz="2400" dirty="0"/>
          </a:p>
          <a:p>
            <a:r>
              <a:rPr lang="en-US" sz="2400" dirty="0"/>
              <a:t>Claude Code: </a:t>
            </a:r>
            <a:r>
              <a:rPr lang="en-US" sz="2400" dirty="0" err="1"/>
              <a:t>CLAUDE.md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Testikomennot</a:t>
            </a:r>
            <a:endParaRPr lang="en-US" sz="2400" dirty="0"/>
          </a:p>
          <a:p>
            <a:r>
              <a:rPr lang="en-US" sz="2400" dirty="0" err="1"/>
              <a:t>Projektin</a:t>
            </a:r>
            <a:r>
              <a:rPr lang="en-US" sz="2400" dirty="0"/>
              <a:t> </a:t>
            </a:r>
            <a:r>
              <a:rPr lang="en-US" sz="2400" dirty="0" err="1"/>
              <a:t>tavat</a:t>
            </a:r>
            <a:endParaRPr lang="en-US" sz="2400" dirty="0"/>
          </a:p>
          <a:p>
            <a:r>
              <a:rPr lang="en-US" sz="2400" dirty="0"/>
              <a:t>Muutoksen </a:t>
            </a:r>
            <a:r>
              <a:rPr lang="en-US" sz="2400" dirty="0" err="1"/>
              <a:t>rajat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A1430B-62F1-BC79-27CE-047C8CFC9A6E}"/>
              </a:ext>
            </a:extLst>
          </p:cNvPr>
          <p:cNvSpPr txBox="1"/>
          <p:nvPr/>
        </p:nvSpPr>
        <p:spPr>
          <a:xfrm>
            <a:off x="839788" y="6273209"/>
            <a:ext cx="745466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/>
              <a:t>Opetusesimerkki</a:t>
            </a:r>
            <a:r>
              <a:rPr lang="en-US" sz="1700" dirty="0"/>
              <a:t>: </a:t>
            </a:r>
            <a:r>
              <a:rPr lang="en-US" sz="1700" dirty="0" err="1"/>
              <a:t>kerro</a:t>
            </a:r>
            <a:r>
              <a:rPr lang="en-US" sz="1700" dirty="0"/>
              <a:t> </a:t>
            </a:r>
            <a:r>
              <a:rPr lang="en-US" sz="1700" dirty="0" err="1"/>
              <a:t>mistä</a:t>
            </a:r>
            <a:r>
              <a:rPr lang="en-US" sz="1700" dirty="0"/>
              <a:t> </a:t>
            </a:r>
            <a:r>
              <a:rPr lang="en-US" sz="1700" dirty="0" err="1"/>
              <a:t>tieto</a:t>
            </a:r>
            <a:r>
              <a:rPr lang="en-US" sz="1700" dirty="0"/>
              <a:t> </a:t>
            </a:r>
            <a:r>
              <a:rPr lang="en-US" sz="1700" dirty="0" err="1"/>
              <a:t>löytyy</a:t>
            </a:r>
            <a:r>
              <a:rPr lang="en-US" sz="1700" dirty="0"/>
              <a:t>, </a:t>
            </a:r>
            <a:r>
              <a:rPr lang="en-US" sz="1700" dirty="0" err="1"/>
              <a:t>älä</a:t>
            </a:r>
            <a:r>
              <a:rPr lang="en-US" sz="1700" dirty="0"/>
              <a:t> </a:t>
            </a:r>
            <a:r>
              <a:rPr lang="en-US" sz="1700" dirty="0" err="1"/>
              <a:t>kopioi</a:t>
            </a:r>
            <a:r>
              <a:rPr lang="en-US" sz="1700" dirty="0"/>
              <a:t> </a:t>
            </a:r>
            <a:r>
              <a:rPr lang="en-US" sz="1700" dirty="0" err="1"/>
              <a:t>koko</a:t>
            </a:r>
            <a:r>
              <a:rPr lang="en-US" sz="1700" dirty="0"/>
              <a:t> </a:t>
            </a:r>
            <a:r>
              <a:rPr lang="en-US" sz="1700" dirty="0" err="1"/>
              <a:t>repoa</a:t>
            </a:r>
            <a:r>
              <a:rPr lang="en-US" sz="1700" dirty="0"/>
              <a:t> </a:t>
            </a:r>
            <a:r>
              <a:rPr lang="en-US" sz="1700" dirty="0" err="1"/>
              <a:t>kehotteeseen</a:t>
            </a:r>
            <a:r>
              <a:rPr lang="en-US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8298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9C2E88E-7CF7-0063-F368-ABD71C9D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 err="1">
                <a:solidFill>
                  <a:schemeClr val="bg1"/>
                </a:solidFill>
              </a:rPr>
              <a:t>Työkalut</a:t>
            </a:r>
            <a:r>
              <a:rPr lang="en-US" sz="3400" dirty="0">
                <a:solidFill>
                  <a:schemeClr val="bg1"/>
                </a:solidFill>
              </a:rPr>
              <a:t> </a:t>
            </a:r>
            <a:r>
              <a:rPr lang="en-US" sz="3400" dirty="0" err="1">
                <a:solidFill>
                  <a:schemeClr val="bg1"/>
                </a:solidFill>
              </a:rPr>
              <a:t>tuovat</a:t>
            </a:r>
            <a:r>
              <a:rPr lang="en-US" sz="3400" dirty="0">
                <a:solidFill>
                  <a:schemeClr val="bg1"/>
                </a:solidFill>
              </a:rPr>
              <a:t> </a:t>
            </a:r>
            <a:r>
              <a:rPr lang="en-US" sz="3400" dirty="0" err="1">
                <a:solidFill>
                  <a:schemeClr val="bg1"/>
                </a:solidFill>
              </a:rPr>
              <a:t>tehtävän</a:t>
            </a:r>
            <a:r>
              <a:rPr lang="en-US" sz="3400" dirty="0">
                <a:solidFill>
                  <a:schemeClr val="bg1"/>
                </a:solidFill>
              </a:rPr>
              <a:t> </a:t>
            </a:r>
            <a:r>
              <a:rPr lang="en-US" sz="3400" dirty="0" err="1">
                <a:solidFill>
                  <a:schemeClr val="bg1"/>
                </a:solidFill>
              </a:rPr>
              <a:t>äärelle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44C347-F803-55D8-5412-671E049FA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solidFill>
                  <a:schemeClr val="bg1"/>
                </a:solidFill>
              </a:rPr>
              <a:t>Agentti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03591DD-9BBA-8E23-2024-2801D45D8D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Codex / Claude Code</a:t>
            </a:r>
          </a:p>
          <a:p>
            <a:endParaRPr lang="en-US" sz="2600" dirty="0">
              <a:solidFill>
                <a:schemeClr val="bg1"/>
              </a:solidFill>
            </a:endParaRPr>
          </a:p>
          <a:p>
            <a:r>
              <a:rPr lang="en-US" sz="2600" dirty="0" err="1">
                <a:solidFill>
                  <a:schemeClr val="bg1"/>
                </a:solidFill>
              </a:rPr>
              <a:t>Lukee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tilan</a:t>
            </a:r>
            <a:endParaRPr lang="en-US" sz="2600" dirty="0">
              <a:solidFill>
                <a:schemeClr val="bg1"/>
              </a:solidFill>
            </a:endParaRPr>
          </a:p>
          <a:p>
            <a:r>
              <a:rPr lang="en-US" sz="2600" dirty="0" err="1">
                <a:solidFill>
                  <a:schemeClr val="bg1"/>
                </a:solidFill>
              </a:rPr>
              <a:t>Valitsee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seuraavan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teon</a:t>
            </a:r>
            <a:endParaRPr lang="en-US" sz="2600" dirty="0">
              <a:solidFill>
                <a:schemeClr val="bg1"/>
              </a:solidFill>
            </a:endParaRPr>
          </a:p>
          <a:p>
            <a:r>
              <a:rPr lang="en-US" sz="2600" dirty="0">
                <a:solidFill>
                  <a:schemeClr val="bg1"/>
                </a:solidFill>
              </a:rPr>
              <a:t>Tarkistaa </a:t>
            </a:r>
            <a:r>
              <a:rPr lang="en-US" sz="2600" dirty="0" err="1">
                <a:solidFill>
                  <a:schemeClr val="bg1"/>
                </a:solidFill>
              </a:rPr>
              <a:t>tuloksen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62413ED-863F-D581-AA0D-31D762E94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600" dirty="0" err="1">
                <a:solidFill>
                  <a:schemeClr val="bg1"/>
                </a:solidFill>
              </a:rPr>
              <a:t>Yhteys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oikeaan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työhön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A998D61F-1B3F-65F2-0ED5-1C4AA1555ED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Shell → </a:t>
            </a:r>
            <a:r>
              <a:rPr lang="en-US" sz="2400" dirty="0" err="1">
                <a:solidFill>
                  <a:schemeClr val="bg1"/>
                </a:solidFill>
              </a:rPr>
              <a:t>projektin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komennot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Selain → </a:t>
            </a:r>
            <a:r>
              <a:rPr lang="en-US" sz="2400" dirty="0" err="1">
                <a:solidFill>
                  <a:schemeClr val="bg1"/>
                </a:solidFill>
              </a:rPr>
              <a:t>näkyvä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toiminta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MCP → </a:t>
            </a:r>
            <a:r>
              <a:rPr lang="en-US" sz="2400" dirty="0" err="1">
                <a:solidFill>
                  <a:schemeClr val="bg1"/>
                </a:solidFill>
              </a:rPr>
              <a:t>liitetty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palvelu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Skill → </a:t>
            </a:r>
            <a:r>
              <a:rPr lang="en-US" sz="2400" dirty="0" err="1">
                <a:solidFill>
                  <a:schemeClr val="bg1"/>
                </a:solidFill>
              </a:rPr>
              <a:t>toistettava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työtapa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DD322D-D74D-5505-4967-DD41813CF94B}"/>
              </a:ext>
            </a:extLst>
          </p:cNvPr>
          <p:cNvSpPr txBox="1"/>
          <p:nvPr/>
        </p:nvSpPr>
        <p:spPr>
          <a:xfrm>
            <a:off x="839788" y="6273209"/>
            <a:ext cx="5464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Anna </a:t>
            </a:r>
            <a:r>
              <a:rPr lang="en-US" dirty="0" err="1">
                <a:solidFill>
                  <a:schemeClr val="bg1"/>
                </a:solidFill>
              </a:rPr>
              <a:t>tehtävän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tarvitsemat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työkalut</a:t>
            </a:r>
            <a:r>
              <a:rPr lang="en-US" dirty="0">
                <a:solidFill>
                  <a:schemeClr val="bg1"/>
                </a:solidFill>
              </a:rPr>
              <a:t> ja </a:t>
            </a:r>
            <a:r>
              <a:rPr lang="en-US" dirty="0" err="1">
                <a:solidFill>
                  <a:schemeClr val="bg1"/>
                </a:solidFill>
              </a:rPr>
              <a:t>käyttöoikeudet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1764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66C73A7-1D11-47CF-BD89-06F156FE1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Toista</a:t>
            </a:r>
            <a:r>
              <a:rPr lang="en-US" sz="3600" dirty="0"/>
              <a:t> </a:t>
            </a:r>
            <a:r>
              <a:rPr lang="en-US" sz="3600" dirty="0" err="1"/>
              <a:t>virhe</a:t>
            </a:r>
            <a:r>
              <a:rPr lang="en-US" sz="3600" dirty="0"/>
              <a:t> </a:t>
            </a:r>
            <a:r>
              <a:rPr lang="en-US" sz="3600" dirty="0" err="1"/>
              <a:t>ennen</a:t>
            </a:r>
            <a:r>
              <a:rPr lang="en-US" sz="3600" dirty="0"/>
              <a:t> </a:t>
            </a:r>
            <a:r>
              <a:rPr lang="en-US" sz="3600" dirty="0" err="1"/>
              <a:t>korjausta</a:t>
            </a:r>
            <a:endParaRPr lang="en-US" sz="36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4F5181E-143D-2C9F-4B75-D13CB69A6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700" dirty="0"/>
              <a:t>1  </a:t>
            </a:r>
            <a:r>
              <a:rPr lang="en-US" sz="2700" dirty="0" err="1"/>
              <a:t>Täytä</a:t>
            </a:r>
            <a:r>
              <a:rPr lang="en-US" sz="2700" dirty="0"/>
              <a:t> ja </a:t>
            </a:r>
            <a:r>
              <a:rPr lang="en-US" sz="2700" dirty="0" err="1"/>
              <a:t>tallenna</a:t>
            </a:r>
            <a:endParaRPr lang="en-US" sz="270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D60C88BB-9212-AEAF-5993-733DDFAA8F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Katu</a:t>
            </a:r>
            <a:r>
              <a:rPr lang="en-US" sz="2400" dirty="0"/>
              <a:t>: </a:t>
            </a:r>
            <a:r>
              <a:rPr lang="en-US" sz="2400" dirty="0" err="1"/>
              <a:t>Esimerkkikatu</a:t>
            </a:r>
            <a:r>
              <a:rPr lang="en-US" sz="2400" dirty="0"/>
              <a:t> 12</a:t>
            </a:r>
          </a:p>
          <a:p>
            <a:r>
              <a:rPr lang="en-US" sz="2400" dirty="0" err="1"/>
              <a:t>Huoneisto</a:t>
            </a:r>
            <a:r>
              <a:rPr lang="en-US" sz="2400" dirty="0"/>
              <a:t>: B 7</a:t>
            </a:r>
          </a:p>
          <a:p>
            <a:endParaRPr lang="en-US" sz="2400" dirty="0"/>
          </a:p>
          <a:p>
            <a:r>
              <a:rPr lang="en-US" sz="2400" dirty="0"/>
              <a:t>Tallennus </a:t>
            </a:r>
            <a:r>
              <a:rPr lang="en-US" sz="2400" dirty="0" err="1"/>
              <a:t>ilmoittaa</a:t>
            </a:r>
            <a:r>
              <a:rPr lang="en-US" sz="2400" dirty="0"/>
              <a:t> </a:t>
            </a:r>
            <a:r>
              <a:rPr lang="en-US" sz="2400" dirty="0" err="1"/>
              <a:t>onnistuneen</a:t>
            </a:r>
            <a:r>
              <a:rPr lang="en-US" sz="2400" dirty="0"/>
              <a:t>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A78A0E1-1035-1EE1-C506-09B0013B20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700" dirty="0"/>
              <a:t>2  </a:t>
            </a:r>
            <a:r>
              <a:rPr lang="en-US" sz="2700" dirty="0" err="1"/>
              <a:t>Lataa</a:t>
            </a:r>
            <a:r>
              <a:rPr lang="en-US" sz="2700" dirty="0"/>
              <a:t> </a:t>
            </a:r>
            <a:r>
              <a:rPr lang="en-US" sz="2700" dirty="0" err="1"/>
              <a:t>uudelleen</a:t>
            </a:r>
            <a:endParaRPr lang="en-US" sz="2700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FA8F4-B678-E5F3-2D9B-D14FAF315F5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Katu</a:t>
            </a:r>
            <a:r>
              <a:rPr lang="en-US" sz="2400" dirty="0"/>
              <a:t>: </a:t>
            </a:r>
            <a:r>
              <a:rPr lang="en-US" sz="2400" dirty="0" err="1"/>
              <a:t>Esimerkkikatu</a:t>
            </a:r>
            <a:r>
              <a:rPr lang="en-US" sz="2400" dirty="0"/>
              <a:t> 12</a:t>
            </a:r>
          </a:p>
          <a:p>
            <a:r>
              <a:rPr lang="en-US" sz="2400" dirty="0" err="1"/>
              <a:t>Huoneisto</a:t>
            </a:r>
            <a:r>
              <a:rPr lang="en-US" sz="2400" dirty="0"/>
              <a:t>: —</a:t>
            </a:r>
          </a:p>
          <a:p>
            <a:endParaRPr lang="en-US" sz="2400" dirty="0"/>
          </a:p>
          <a:p>
            <a:r>
              <a:rPr lang="en-US" sz="2400" dirty="0" err="1"/>
              <a:t>Seuraa</a:t>
            </a:r>
            <a:r>
              <a:rPr lang="en-US" sz="2400" dirty="0"/>
              <a:t> </a:t>
            </a:r>
            <a:r>
              <a:rPr lang="en-US" sz="2400" dirty="0" err="1"/>
              <a:t>arvoa</a:t>
            </a:r>
            <a:r>
              <a:rPr lang="en-US" sz="2400" dirty="0"/>
              <a:t> </a:t>
            </a:r>
            <a:r>
              <a:rPr lang="en-US" sz="2400" dirty="0" err="1"/>
              <a:t>läpi</a:t>
            </a:r>
            <a:r>
              <a:rPr lang="en-US" sz="2400" dirty="0"/>
              <a:t> </a:t>
            </a:r>
            <a:r>
              <a:rPr lang="en-US" sz="2400" dirty="0" err="1"/>
              <a:t>ketjun</a:t>
            </a:r>
            <a:r>
              <a:rPr lang="en-US" sz="2400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0B0790-C5C4-5D61-3AED-6403129AF6CC}"/>
              </a:ext>
            </a:extLst>
          </p:cNvPr>
          <p:cNvSpPr txBox="1"/>
          <p:nvPr/>
        </p:nvSpPr>
        <p:spPr>
          <a:xfrm>
            <a:off x="839788" y="5582093"/>
            <a:ext cx="7768024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 err="1"/>
              <a:t>Lomake</a:t>
            </a:r>
            <a:r>
              <a:rPr lang="en-US" sz="2300" dirty="0"/>
              <a:t>  →  </a:t>
            </a:r>
            <a:r>
              <a:rPr lang="en-US" sz="2300" dirty="0" err="1"/>
              <a:t>lähetettävä</a:t>
            </a:r>
            <a:r>
              <a:rPr lang="en-US" sz="2300" dirty="0"/>
              <a:t> </a:t>
            </a:r>
            <a:r>
              <a:rPr lang="en-US" sz="2300" dirty="0" err="1"/>
              <a:t>tieto</a:t>
            </a:r>
            <a:r>
              <a:rPr lang="en-US" sz="2300" dirty="0"/>
              <a:t>  →  </a:t>
            </a:r>
            <a:r>
              <a:rPr lang="en-US" sz="2300" dirty="0" err="1"/>
              <a:t>tallennus</a:t>
            </a:r>
            <a:r>
              <a:rPr lang="en-US" sz="2300" dirty="0"/>
              <a:t>  →  </a:t>
            </a:r>
            <a:r>
              <a:rPr lang="en-US" sz="2300" dirty="0" err="1"/>
              <a:t>uudelleenlataus</a:t>
            </a:r>
            <a:endParaRPr lang="en-US" sz="23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FBAF8C-09F1-D9B5-C27E-1411DBAB8645}"/>
              </a:ext>
            </a:extLst>
          </p:cNvPr>
          <p:cNvSpPr txBox="1"/>
          <p:nvPr/>
        </p:nvSpPr>
        <p:spPr>
          <a:xfrm>
            <a:off x="839788" y="6273209"/>
            <a:ext cx="635449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/>
              <a:t>Havainnollistettu</a:t>
            </a:r>
            <a:r>
              <a:rPr lang="en-US" sz="1700" dirty="0"/>
              <a:t> </a:t>
            </a:r>
            <a:r>
              <a:rPr lang="en-US" sz="1700" dirty="0" err="1"/>
              <a:t>opetusesimerkki</a:t>
            </a:r>
            <a:r>
              <a:rPr lang="en-US" sz="1700" dirty="0"/>
              <a:t> · </a:t>
            </a:r>
            <a:r>
              <a:rPr lang="en-US" sz="1700" dirty="0" err="1"/>
              <a:t>ei</a:t>
            </a:r>
            <a:r>
              <a:rPr lang="en-US" sz="1700" dirty="0"/>
              <a:t> </a:t>
            </a:r>
            <a:r>
              <a:rPr lang="en-US" sz="1700" dirty="0" err="1"/>
              <a:t>sovelluksen</a:t>
            </a:r>
            <a:r>
              <a:rPr lang="en-US" sz="1700" dirty="0"/>
              <a:t> </a:t>
            </a:r>
            <a:r>
              <a:rPr lang="en-US" sz="1700" dirty="0" err="1"/>
              <a:t>ruutukaappaus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736447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6716364A-480E-76B2-0B6A-B83DF686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Pieni </a:t>
            </a:r>
            <a:r>
              <a:rPr lang="en-US" sz="3200" dirty="0" err="1"/>
              <a:t>muutos</a:t>
            </a:r>
            <a:r>
              <a:rPr lang="en-US" sz="3200" dirty="0"/>
              <a:t> </a:t>
            </a:r>
            <a:r>
              <a:rPr lang="en-US" sz="3200" dirty="0" err="1"/>
              <a:t>tarvitsee</a:t>
            </a:r>
            <a:r>
              <a:rPr lang="en-US" sz="3200" dirty="0"/>
              <a:t> </a:t>
            </a:r>
            <a:r>
              <a:rPr lang="en-US" sz="3200" dirty="0" err="1"/>
              <a:t>toimivan</a:t>
            </a:r>
            <a:r>
              <a:rPr lang="en-US" sz="3200" dirty="0"/>
              <a:t> </a:t>
            </a:r>
            <a:r>
              <a:rPr lang="en-US" sz="3200" dirty="0" err="1"/>
              <a:t>tarkistuksen</a:t>
            </a:r>
            <a:endParaRPr lang="en-US" sz="3200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B44534C-875F-502C-5D34-8427DBA33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600" dirty="0" err="1"/>
              <a:t>Korjausidean</a:t>
            </a:r>
            <a:r>
              <a:rPr lang="en-US" sz="2600" dirty="0"/>
              <a:t> </a:t>
            </a:r>
            <a:r>
              <a:rPr lang="en-US" sz="2600" dirty="0" err="1"/>
              <a:t>ydin</a:t>
            </a:r>
            <a:endParaRPr lang="en-US" sz="2600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C46857D0-C0F5-E038-4C85-854243826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400" dirty="0"/>
              <a:t>const payload = {</a:t>
            </a:r>
          </a:p>
          <a:p>
            <a:r>
              <a:rPr lang="en-US" sz="2400" dirty="0"/>
              <a:t>  street: </a:t>
            </a:r>
            <a:r>
              <a:rPr lang="en-US" sz="2400" dirty="0" err="1"/>
              <a:t>form.street</a:t>
            </a:r>
            <a:r>
              <a:rPr lang="en-US" sz="2400" dirty="0"/>
              <a:t>,</a:t>
            </a:r>
          </a:p>
          <a:p>
            <a:r>
              <a:rPr lang="en-US" sz="2400" dirty="0"/>
              <a:t>  apartment: </a:t>
            </a:r>
            <a:r>
              <a:rPr lang="en-US" sz="2400" dirty="0" err="1"/>
              <a:t>form.apartment</a:t>
            </a:r>
            <a:endParaRPr lang="en-US" sz="2400" dirty="0"/>
          </a:p>
          <a:p>
            <a:r>
              <a:rPr lang="en-US" sz="2400" dirty="0"/>
              <a:t>};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9307F25-8E39-6DD2-6BCF-E1E75C14E1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600" dirty="0" err="1"/>
              <a:t>Mitä</a:t>
            </a:r>
            <a:r>
              <a:rPr lang="en-US" sz="2600" dirty="0"/>
              <a:t> </a:t>
            </a:r>
            <a:r>
              <a:rPr lang="en-US" sz="2600" dirty="0" err="1"/>
              <a:t>tarkistetaan</a:t>
            </a:r>
            <a:r>
              <a:rPr lang="en-US" sz="2600" dirty="0"/>
              <a:t>?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56178C9A-3D24-4C35-6BE0-B1E9C54ADAD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 7 </a:t>
            </a:r>
            <a:r>
              <a:rPr lang="en-US" sz="2400" dirty="0" err="1"/>
              <a:t>säilyy</a:t>
            </a:r>
            <a:r>
              <a:rPr lang="en-US" sz="2400" dirty="0"/>
              <a:t> </a:t>
            </a:r>
            <a:r>
              <a:rPr lang="en-US" sz="2400" dirty="0" err="1"/>
              <a:t>tallennuksessa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 err="1"/>
              <a:t>Tyhjä</a:t>
            </a:r>
            <a:r>
              <a:rPr lang="en-US" sz="2400" dirty="0"/>
              <a:t> </a:t>
            </a:r>
            <a:r>
              <a:rPr lang="en-US" sz="2400" dirty="0" err="1"/>
              <a:t>huoneisto</a:t>
            </a:r>
            <a:r>
              <a:rPr lang="en-US" sz="2400" dirty="0"/>
              <a:t> </a:t>
            </a:r>
            <a:r>
              <a:rPr lang="en-US" sz="2400" dirty="0" err="1"/>
              <a:t>toimii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Arvo </a:t>
            </a:r>
            <a:r>
              <a:rPr lang="en-US" sz="2400" dirty="0" err="1"/>
              <a:t>säilyy</a:t>
            </a:r>
            <a:r>
              <a:rPr lang="en-US" sz="2400" dirty="0"/>
              <a:t> </a:t>
            </a:r>
            <a:r>
              <a:rPr lang="en-US" sz="2400" dirty="0" err="1"/>
              <a:t>sivun</a:t>
            </a:r>
            <a:r>
              <a:rPr lang="en-US" sz="2400" dirty="0"/>
              <a:t> </a:t>
            </a:r>
            <a:r>
              <a:rPr lang="en-US" sz="2400" dirty="0" err="1"/>
              <a:t>latauksessa</a:t>
            </a:r>
            <a:r>
              <a:rPr lang="en-US" sz="2400" dirty="0"/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FAB984-B529-E445-29B9-2A7F88E76708}"/>
              </a:ext>
            </a:extLst>
          </p:cNvPr>
          <p:cNvSpPr txBox="1"/>
          <p:nvPr/>
        </p:nvSpPr>
        <p:spPr>
          <a:xfrm>
            <a:off x="839788" y="6273209"/>
            <a:ext cx="756688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/>
              <a:t>Opetusesimerkki</a:t>
            </a:r>
            <a:r>
              <a:rPr lang="en-US" sz="1700" dirty="0"/>
              <a:t> · </a:t>
            </a:r>
            <a:r>
              <a:rPr lang="en-US" sz="1700" dirty="0" err="1"/>
              <a:t>nämä</a:t>
            </a:r>
            <a:r>
              <a:rPr lang="en-US" sz="1700" dirty="0"/>
              <a:t> </a:t>
            </a:r>
            <a:r>
              <a:rPr lang="en-US" sz="1700" dirty="0" err="1"/>
              <a:t>ovat</a:t>
            </a:r>
            <a:r>
              <a:rPr lang="en-US" sz="1700" dirty="0"/>
              <a:t> </a:t>
            </a:r>
            <a:r>
              <a:rPr lang="en-US" sz="1700" dirty="0" err="1"/>
              <a:t>tarkistuskohteet</a:t>
            </a:r>
            <a:r>
              <a:rPr lang="en-US" sz="1700" dirty="0"/>
              <a:t>, </a:t>
            </a:r>
            <a:r>
              <a:rPr lang="en-US" sz="1700" dirty="0" err="1"/>
              <a:t>eivät</a:t>
            </a:r>
            <a:r>
              <a:rPr lang="en-US" sz="1700" dirty="0"/>
              <a:t> </a:t>
            </a:r>
            <a:r>
              <a:rPr lang="en-US" sz="1700" dirty="0" err="1"/>
              <a:t>raportti</a:t>
            </a:r>
            <a:r>
              <a:rPr lang="en-US" sz="1700" dirty="0"/>
              <a:t> </a:t>
            </a:r>
            <a:r>
              <a:rPr lang="en-US" sz="1700" dirty="0" err="1"/>
              <a:t>ajetuista</a:t>
            </a:r>
            <a:r>
              <a:rPr lang="en-US" sz="1700" dirty="0"/>
              <a:t> </a:t>
            </a:r>
            <a:r>
              <a:rPr lang="en-US" sz="1700" dirty="0" err="1"/>
              <a:t>testeistä</a:t>
            </a:r>
            <a:r>
              <a:rPr lang="en-US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475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C45B023-E159-B1E1-5A28-681FF18EB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300" dirty="0" err="1"/>
              <a:t>Hyvä</a:t>
            </a:r>
            <a:r>
              <a:rPr lang="en-US" sz="3300" dirty="0"/>
              <a:t> </a:t>
            </a:r>
            <a:r>
              <a:rPr lang="en-US" sz="3300" dirty="0" err="1"/>
              <a:t>luovutus</a:t>
            </a:r>
            <a:r>
              <a:rPr lang="en-US" sz="3300" dirty="0"/>
              <a:t> </a:t>
            </a:r>
            <a:r>
              <a:rPr lang="en-US" sz="3300" dirty="0" err="1"/>
              <a:t>näyttää</a:t>
            </a:r>
            <a:r>
              <a:rPr lang="en-US" sz="3300" dirty="0"/>
              <a:t> </a:t>
            </a:r>
            <a:r>
              <a:rPr lang="en-US" sz="3300" dirty="0" err="1"/>
              <a:t>muutoksen</a:t>
            </a:r>
            <a:r>
              <a:rPr lang="en-US" sz="3300" dirty="0"/>
              <a:t> ja </a:t>
            </a:r>
            <a:r>
              <a:rPr lang="en-US" sz="3300" dirty="0" err="1"/>
              <a:t>näytön</a:t>
            </a:r>
            <a:endParaRPr lang="en-US" sz="3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7526DFA-EEBC-2DF8-2F47-9198B381A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700" dirty="0" err="1"/>
              <a:t>Selitä</a:t>
            </a:r>
            <a:r>
              <a:rPr lang="en-US" sz="2700" dirty="0"/>
              <a:t> </a:t>
            </a:r>
            <a:r>
              <a:rPr lang="en-US" sz="2700" dirty="0" err="1"/>
              <a:t>muutos</a:t>
            </a:r>
            <a:endParaRPr lang="en-US" sz="27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669B974-9748-5C43-44B1-017BBCD650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MIKSI</a:t>
            </a:r>
          </a:p>
          <a:p>
            <a:r>
              <a:rPr lang="en-US" sz="2400" dirty="0"/>
              <a:t>Huoneisto </a:t>
            </a:r>
            <a:r>
              <a:rPr lang="en-US" sz="2400" dirty="0" err="1"/>
              <a:t>puuttui</a:t>
            </a:r>
            <a:r>
              <a:rPr lang="en-US" sz="2400" dirty="0"/>
              <a:t> </a:t>
            </a:r>
            <a:r>
              <a:rPr lang="en-US" sz="2400" dirty="0" err="1"/>
              <a:t>lähetetystä</a:t>
            </a:r>
            <a:r>
              <a:rPr lang="en-US" sz="2400" dirty="0"/>
              <a:t> </a:t>
            </a:r>
            <a:r>
              <a:rPr lang="en-US" sz="2400" dirty="0" err="1"/>
              <a:t>tiedosta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MITÄ</a:t>
            </a:r>
          </a:p>
          <a:p>
            <a:r>
              <a:rPr lang="en-US" sz="2400" dirty="0" err="1"/>
              <a:t>Lisää</a:t>
            </a:r>
            <a:r>
              <a:rPr lang="en-US" sz="2400" dirty="0"/>
              <a:t> </a:t>
            </a:r>
            <a:r>
              <a:rPr lang="en-US" sz="2400" dirty="0" err="1"/>
              <a:t>kenttä</a:t>
            </a:r>
            <a:r>
              <a:rPr lang="en-US" sz="2400" dirty="0"/>
              <a:t> </a:t>
            </a:r>
            <a:r>
              <a:rPr lang="en-US" sz="2400" dirty="0" err="1"/>
              <a:t>tallennukseen</a:t>
            </a:r>
            <a:r>
              <a:rPr lang="en-US" sz="2400" dirty="0"/>
              <a:t>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B676CDD-A952-AA3D-B40C-8D8A4C369F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700" dirty="0"/>
              <a:t>Tee </a:t>
            </a:r>
            <a:r>
              <a:rPr lang="en-US" sz="2700" dirty="0" err="1"/>
              <a:t>arviointi</a:t>
            </a:r>
            <a:r>
              <a:rPr lang="en-US" sz="2700" dirty="0"/>
              <a:t> </a:t>
            </a:r>
            <a:r>
              <a:rPr lang="en-US" sz="2700" dirty="0" err="1"/>
              <a:t>helpoksi</a:t>
            </a:r>
            <a:endParaRPr lang="en-US" sz="270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1391B4C-16E1-BD4F-48E6-4FABD0F7F0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400" dirty="0"/>
              <a:t>NÄYTTÖ</a:t>
            </a:r>
          </a:p>
          <a:p>
            <a:r>
              <a:rPr lang="en-US" sz="2400" dirty="0" err="1"/>
              <a:t>Liitä</a:t>
            </a:r>
            <a:r>
              <a:rPr lang="en-US" sz="2400" dirty="0"/>
              <a:t> </a:t>
            </a:r>
            <a:r>
              <a:rPr lang="en-US" sz="2400" dirty="0" err="1"/>
              <a:t>ajettu</a:t>
            </a:r>
            <a:r>
              <a:rPr lang="en-US" sz="2400" dirty="0"/>
              <a:t> </a:t>
            </a:r>
            <a:r>
              <a:rPr lang="en-US" sz="2400" dirty="0" err="1"/>
              <a:t>testi</a:t>
            </a:r>
            <a:r>
              <a:rPr lang="en-US" sz="2400" dirty="0"/>
              <a:t> ja </a:t>
            </a:r>
            <a:r>
              <a:rPr lang="en-US" sz="2400" dirty="0" err="1"/>
              <a:t>selaintarkistus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AVOIN PÄÄTÖS</a:t>
            </a:r>
          </a:p>
          <a:p>
            <a:r>
              <a:rPr lang="en-US" sz="2400" dirty="0"/>
              <a:t>Tarvitaanko </a:t>
            </a:r>
            <a:r>
              <a:rPr lang="en-US" sz="2400" dirty="0" err="1"/>
              <a:t>vanhan</a:t>
            </a:r>
            <a:r>
              <a:rPr lang="en-US" sz="2400" dirty="0"/>
              <a:t> </a:t>
            </a:r>
            <a:r>
              <a:rPr lang="en-US" sz="2400" dirty="0" err="1"/>
              <a:t>datan</a:t>
            </a:r>
            <a:r>
              <a:rPr lang="en-US" sz="2400" dirty="0"/>
              <a:t> </a:t>
            </a:r>
            <a:r>
              <a:rPr lang="en-US" sz="2400" dirty="0" err="1"/>
              <a:t>korjausta</a:t>
            </a:r>
            <a:r>
              <a:rPr lang="en-US" sz="2400" dirty="0"/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BAAA97-CC4E-803B-8404-CAD98033F5EB}"/>
              </a:ext>
            </a:extLst>
          </p:cNvPr>
          <p:cNvSpPr txBox="1"/>
          <p:nvPr/>
        </p:nvSpPr>
        <p:spPr>
          <a:xfrm>
            <a:off x="839788" y="6273209"/>
            <a:ext cx="432118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/>
              <a:t>Malliluovutus</a:t>
            </a:r>
            <a:r>
              <a:rPr lang="en-US" sz="1700" dirty="0"/>
              <a:t> · </a:t>
            </a:r>
            <a:r>
              <a:rPr lang="en-US" sz="1700" dirty="0" err="1"/>
              <a:t>ei</a:t>
            </a:r>
            <a:r>
              <a:rPr lang="en-US" sz="1700" dirty="0"/>
              <a:t> </a:t>
            </a:r>
            <a:r>
              <a:rPr lang="en-US" sz="1700" dirty="0" err="1"/>
              <a:t>oikea</a:t>
            </a:r>
            <a:r>
              <a:rPr lang="en-US" sz="1700" dirty="0"/>
              <a:t> </a:t>
            </a:r>
            <a:r>
              <a:rPr lang="en-US" sz="1700" dirty="0" err="1"/>
              <a:t>julkaistu</a:t>
            </a:r>
            <a:r>
              <a:rPr lang="en-US" sz="1700" dirty="0"/>
              <a:t> pull request</a:t>
            </a:r>
          </a:p>
        </p:txBody>
      </p:sp>
    </p:spTree>
    <p:extLst>
      <p:ext uri="{BB962C8B-B14F-4D97-AF65-F5344CB8AC3E}">
        <p14:creationId xmlns:p14="http://schemas.microsoft.com/office/powerpoint/2010/main" val="2527400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A3E8BB5-B6B2-1EB4-DA95-0B5439357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Prototyyppi</a:t>
            </a:r>
            <a:r>
              <a:rPr lang="en-US" sz="3400" dirty="0"/>
              <a:t> </a:t>
            </a:r>
            <a:r>
              <a:rPr lang="en-US" sz="3400" dirty="0" err="1"/>
              <a:t>auttaa</a:t>
            </a:r>
            <a:r>
              <a:rPr lang="en-US" sz="3400" dirty="0"/>
              <a:t> </a:t>
            </a:r>
            <a:r>
              <a:rPr lang="en-US" sz="3400" dirty="0" err="1"/>
              <a:t>kysymään</a:t>
            </a:r>
            <a:r>
              <a:rPr lang="en-US" sz="3400" dirty="0"/>
              <a:t> </a:t>
            </a:r>
            <a:r>
              <a:rPr lang="en-US" sz="3400" dirty="0" err="1"/>
              <a:t>käyttäjältä</a:t>
            </a:r>
            <a:endParaRPr lang="en-US" sz="3400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E43F734D-0FD7-7A4E-15D4-73F228ACDC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379452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7AA5E39-B33E-4864-FAE9-AF2B3019C12F}"/>
              </a:ext>
            </a:extLst>
          </p:cNvPr>
          <p:cNvSpPr txBox="1"/>
          <p:nvPr/>
        </p:nvSpPr>
        <p:spPr>
          <a:xfrm>
            <a:off x="838200" y="5582093"/>
            <a:ext cx="87130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”</a:t>
            </a:r>
            <a:r>
              <a:rPr lang="en-US" sz="2200" dirty="0" err="1"/>
              <a:t>Epätavallinen</a:t>
            </a:r>
            <a:r>
              <a:rPr lang="en-US" sz="2200" dirty="0"/>
              <a:t> </a:t>
            </a:r>
            <a:r>
              <a:rPr lang="en-US" sz="2200" dirty="0" err="1"/>
              <a:t>ääni</a:t>
            </a:r>
            <a:r>
              <a:rPr lang="en-US" sz="2200" dirty="0"/>
              <a:t>”  →  </a:t>
            </a:r>
            <a:r>
              <a:rPr lang="en-US" sz="2200" dirty="0" err="1"/>
              <a:t>tarkistettava</a:t>
            </a:r>
            <a:r>
              <a:rPr lang="en-US" sz="2200" dirty="0"/>
              <a:t> </a:t>
            </a:r>
            <a:r>
              <a:rPr lang="en-US" sz="2200" dirty="0" err="1"/>
              <a:t>havainto</a:t>
            </a:r>
            <a:r>
              <a:rPr lang="en-US" sz="2200" dirty="0"/>
              <a:t>  →  </a:t>
            </a:r>
            <a:r>
              <a:rPr lang="en-US" sz="2200" dirty="0" err="1"/>
              <a:t>asentajan</a:t>
            </a:r>
            <a:r>
              <a:rPr lang="en-US" sz="2200" dirty="0"/>
              <a:t> </a:t>
            </a:r>
            <a:r>
              <a:rPr lang="en-US" sz="2200" dirty="0" err="1"/>
              <a:t>täsmennys</a:t>
            </a:r>
            <a:endParaRPr lang="en-US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55B632-48CC-ECF5-7D60-258339C86C00}"/>
              </a:ext>
            </a:extLst>
          </p:cNvPr>
          <p:cNvSpPr txBox="1"/>
          <p:nvPr/>
        </p:nvSpPr>
        <p:spPr>
          <a:xfrm>
            <a:off x="838200" y="6273209"/>
            <a:ext cx="721999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/>
              <a:t>Kuvitteellinen</a:t>
            </a:r>
            <a:r>
              <a:rPr lang="en-US" sz="1700" dirty="0"/>
              <a:t> </a:t>
            </a:r>
            <a:r>
              <a:rPr lang="en-US" sz="1700" dirty="0" err="1"/>
              <a:t>huoltoesimerkki</a:t>
            </a:r>
            <a:r>
              <a:rPr lang="en-US" sz="1700" dirty="0"/>
              <a:t>. </a:t>
            </a:r>
            <a:r>
              <a:rPr lang="en-US" sz="1700" dirty="0" err="1"/>
              <a:t>Toimiva</a:t>
            </a:r>
            <a:r>
              <a:rPr lang="en-US" sz="1700" dirty="0"/>
              <a:t> </a:t>
            </a:r>
            <a:r>
              <a:rPr lang="en-US" sz="1700" dirty="0" err="1"/>
              <a:t>selain</a:t>
            </a:r>
            <a:r>
              <a:rPr lang="en-US" sz="1700" dirty="0"/>
              <a:t> </a:t>
            </a:r>
            <a:r>
              <a:rPr lang="en-US" sz="1700" dirty="0" err="1"/>
              <a:t>ei</a:t>
            </a:r>
            <a:r>
              <a:rPr lang="en-US" sz="1700" dirty="0"/>
              <a:t> </a:t>
            </a:r>
            <a:r>
              <a:rPr lang="en-US" sz="1700" dirty="0" err="1"/>
              <a:t>vielä</a:t>
            </a:r>
            <a:r>
              <a:rPr lang="en-US" sz="1700" dirty="0"/>
              <a:t> </a:t>
            </a:r>
            <a:r>
              <a:rPr lang="en-US" sz="1700" dirty="0" err="1"/>
              <a:t>todista</a:t>
            </a:r>
            <a:r>
              <a:rPr lang="en-US" sz="1700" dirty="0"/>
              <a:t> </a:t>
            </a:r>
            <a:r>
              <a:rPr lang="en-US" sz="1700" dirty="0" err="1"/>
              <a:t>hyödyllisyyttä</a:t>
            </a:r>
            <a:r>
              <a:rPr lang="en-US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7892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A03D0E41-A9DF-51D6-1066-2421CFB79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Rinnakkaisuus</a:t>
            </a:r>
            <a:r>
              <a:rPr lang="en-US" sz="3400" dirty="0"/>
              <a:t> </a:t>
            </a:r>
            <a:r>
              <a:rPr lang="en-US" sz="3400" dirty="0" err="1"/>
              <a:t>auttaa</a:t>
            </a:r>
            <a:r>
              <a:rPr lang="en-US" sz="3400" dirty="0"/>
              <a:t> </a:t>
            </a:r>
            <a:r>
              <a:rPr lang="en-US" sz="3400" dirty="0" err="1"/>
              <a:t>erillisissä</a:t>
            </a:r>
            <a:r>
              <a:rPr lang="en-US" sz="3400" dirty="0"/>
              <a:t> </a:t>
            </a:r>
            <a:r>
              <a:rPr lang="en-US" sz="3400" dirty="0" err="1"/>
              <a:t>tehtävissä</a:t>
            </a:r>
            <a:endParaRPr lang="en-US" sz="34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98E0BE3-8C45-768F-C0B3-30CC94D95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700" dirty="0" err="1"/>
              <a:t>Erilliset</a:t>
            </a:r>
            <a:r>
              <a:rPr lang="en-US" sz="2700" dirty="0"/>
              <a:t> </a:t>
            </a:r>
            <a:r>
              <a:rPr lang="en-US" sz="2700" dirty="0" err="1"/>
              <a:t>työpuut</a:t>
            </a:r>
            <a:endParaRPr lang="en-US" sz="270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EE0D330-B5AF-A639-E9AE-DE22D617DA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600" dirty="0" err="1"/>
              <a:t>Worktree</a:t>
            </a:r>
            <a:r>
              <a:rPr lang="en-US" sz="2600" dirty="0"/>
              <a:t> A</a:t>
            </a:r>
          </a:p>
          <a:p>
            <a:r>
              <a:rPr lang="en-US" sz="2600" dirty="0" err="1"/>
              <a:t>Osoitteen</a:t>
            </a:r>
            <a:r>
              <a:rPr lang="en-US" sz="2600" dirty="0"/>
              <a:t> </a:t>
            </a:r>
            <a:r>
              <a:rPr lang="en-US" sz="2600" dirty="0" err="1"/>
              <a:t>regressiotesti</a:t>
            </a:r>
            <a:endParaRPr lang="en-US" sz="2600" dirty="0"/>
          </a:p>
          <a:p>
            <a:endParaRPr lang="en-US" sz="2600" dirty="0"/>
          </a:p>
          <a:p>
            <a:r>
              <a:rPr lang="en-US" sz="2600" dirty="0" err="1"/>
              <a:t>Worktree</a:t>
            </a:r>
            <a:r>
              <a:rPr lang="en-US" sz="2600" dirty="0"/>
              <a:t> B</a:t>
            </a:r>
          </a:p>
          <a:p>
            <a:r>
              <a:rPr lang="en-US" sz="2600" dirty="0" err="1"/>
              <a:t>Käyttöohjeen</a:t>
            </a:r>
            <a:r>
              <a:rPr lang="en-US" sz="2600" dirty="0"/>
              <a:t> </a:t>
            </a:r>
            <a:r>
              <a:rPr lang="en-US" sz="2600" dirty="0" err="1"/>
              <a:t>päivitys</a:t>
            </a:r>
            <a:endParaRPr lang="en-US" sz="260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60A8CB3-DDF8-0DC0-F003-766344E2D9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700" dirty="0" err="1"/>
              <a:t>Yhteinen</a:t>
            </a:r>
            <a:r>
              <a:rPr lang="en-US" sz="2700" dirty="0"/>
              <a:t> </a:t>
            </a:r>
            <a:r>
              <a:rPr lang="en-US" sz="2700" dirty="0" err="1"/>
              <a:t>tarkistus</a:t>
            </a:r>
            <a:endParaRPr lang="en-US" sz="2700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F2E8E89-F280-2B16-3FA3-43038DA6684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Katselmoi</a:t>
            </a:r>
            <a:r>
              <a:rPr lang="en-US" sz="2400" dirty="0"/>
              <a:t> </a:t>
            </a:r>
            <a:r>
              <a:rPr lang="en-US" sz="2400" dirty="0" err="1"/>
              <a:t>molemmat</a:t>
            </a:r>
            <a:r>
              <a:rPr lang="en-US" sz="2400" dirty="0"/>
              <a:t>.</a:t>
            </a:r>
          </a:p>
          <a:p>
            <a:r>
              <a:rPr lang="en-US" sz="2400" dirty="0"/>
              <a:t>Yhdistä </a:t>
            </a:r>
            <a:r>
              <a:rPr lang="en-US" sz="2400" dirty="0" err="1"/>
              <a:t>muutokset</a:t>
            </a:r>
            <a:r>
              <a:rPr lang="en-US" sz="2400" dirty="0"/>
              <a:t>.</a:t>
            </a:r>
          </a:p>
          <a:p>
            <a:r>
              <a:rPr lang="en-US" sz="2400" dirty="0"/>
              <a:t>Aja </a:t>
            </a:r>
            <a:r>
              <a:rPr lang="en-US" sz="2400" dirty="0" err="1"/>
              <a:t>yhteiset</a:t>
            </a:r>
            <a:r>
              <a:rPr lang="en-US" sz="2400" dirty="0"/>
              <a:t> </a:t>
            </a:r>
            <a:r>
              <a:rPr lang="en-US" sz="2400" dirty="0" err="1"/>
              <a:t>tarkistukset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Sama </a:t>
            </a:r>
            <a:r>
              <a:rPr lang="en-US" sz="2400" dirty="0" err="1"/>
              <a:t>tiedosto</a:t>
            </a:r>
            <a:r>
              <a:rPr lang="en-US" sz="2400" dirty="0"/>
              <a:t> → </a:t>
            </a:r>
            <a:r>
              <a:rPr lang="en-US" sz="2400" dirty="0" err="1"/>
              <a:t>sovi</a:t>
            </a:r>
            <a:r>
              <a:rPr lang="en-US" sz="2400" dirty="0"/>
              <a:t> </a:t>
            </a:r>
            <a:r>
              <a:rPr lang="en-US" sz="2400" dirty="0" err="1"/>
              <a:t>työnjako</a:t>
            </a:r>
            <a:r>
              <a:rPr lang="en-US" sz="2400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F7789B-2490-D386-1EC4-4F785EA464CD}"/>
              </a:ext>
            </a:extLst>
          </p:cNvPr>
          <p:cNvSpPr txBox="1"/>
          <p:nvPr/>
        </p:nvSpPr>
        <p:spPr>
          <a:xfrm>
            <a:off x="839788" y="6273209"/>
            <a:ext cx="780098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/>
              <a:t>Havainnollistus</a:t>
            </a:r>
            <a:r>
              <a:rPr lang="en-US" sz="1700" dirty="0"/>
              <a:t>. </a:t>
            </a:r>
            <a:r>
              <a:rPr lang="en-US" sz="1700" dirty="0" err="1"/>
              <a:t>Enemmän</a:t>
            </a:r>
            <a:r>
              <a:rPr lang="en-US" sz="1700" dirty="0"/>
              <a:t> </a:t>
            </a:r>
            <a:r>
              <a:rPr lang="en-US" sz="1700" dirty="0" err="1"/>
              <a:t>agentteja</a:t>
            </a:r>
            <a:r>
              <a:rPr lang="en-US" sz="1700" dirty="0"/>
              <a:t> </a:t>
            </a:r>
            <a:r>
              <a:rPr lang="en-US" sz="1700" dirty="0" err="1"/>
              <a:t>ei</a:t>
            </a:r>
            <a:r>
              <a:rPr lang="en-US" sz="1700" dirty="0"/>
              <a:t> </a:t>
            </a:r>
            <a:r>
              <a:rPr lang="en-US" sz="1700" dirty="0" err="1"/>
              <a:t>itsessään</a:t>
            </a:r>
            <a:r>
              <a:rPr lang="en-US" sz="1700" dirty="0"/>
              <a:t> </a:t>
            </a:r>
            <a:r>
              <a:rPr lang="en-US" sz="1700" dirty="0" err="1"/>
              <a:t>tarkoita</a:t>
            </a:r>
            <a:r>
              <a:rPr lang="en-US" sz="1700" dirty="0"/>
              <a:t> </a:t>
            </a:r>
            <a:r>
              <a:rPr lang="en-US" sz="1700" dirty="0" err="1"/>
              <a:t>nopeampaa</a:t>
            </a:r>
            <a:r>
              <a:rPr lang="en-US" sz="1700" dirty="0"/>
              <a:t> </a:t>
            </a:r>
            <a:r>
              <a:rPr lang="en-US" sz="1700" dirty="0" err="1"/>
              <a:t>toimitusta</a:t>
            </a:r>
            <a:r>
              <a:rPr lang="en-US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3709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FBBFBEEA-EA01-C6AA-5A52-7B088934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 err="1"/>
              <a:t>Julkaisun</a:t>
            </a:r>
            <a:r>
              <a:rPr lang="en-US" sz="3400" dirty="0"/>
              <a:t> </a:t>
            </a:r>
            <a:r>
              <a:rPr lang="en-US" sz="3400" dirty="0" err="1"/>
              <a:t>jälkeen</a:t>
            </a:r>
            <a:r>
              <a:rPr lang="en-US" sz="3400" dirty="0"/>
              <a:t> </a:t>
            </a:r>
            <a:r>
              <a:rPr lang="en-US" sz="3400" dirty="0" err="1"/>
              <a:t>palaute</a:t>
            </a:r>
            <a:r>
              <a:rPr lang="en-US" sz="3400" dirty="0"/>
              <a:t> </a:t>
            </a:r>
            <a:r>
              <a:rPr lang="en-US" sz="3400" dirty="0" err="1"/>
              <a:t>jatkaa</a:t>
            </a:r>
            <a:r>
              <a:rPr lang="en-US" sz="3400" dirty="0"/>
              <a:t> </a:t>
            </a:r>
            <a:r>
              <a:rPr lang="en-US" sz="3400" dirty="0" err="1"/>
              <a:t>työtä</a:t>
            </a:r>
            <a:endParaRPr lang="en-US" sz="3400" dirty="0"/>
          </a:p>
        </p:txBody>
      </p:sp>
      <p:graphicFrame>
        <p:nvGraphicFramePr>
          <p:cNvPr id="22" name="Content Placeholder 21">
            <a:extLst>
              <a:ext uri="{FF2B5EF4-FFF2-40B4-BE49-F238E27FC236}">
                <a16:creationId xmlns:a16="http://schemas.microsoft.com/office/drawing/2014/main" id="{FFBE360F-6720-CBEA-D6E8-D11686032E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281793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7400FF12-DCD5-4A27-45A6-64C1EE2D63C7}"/>
              </a:ext>
            </a:extLst>
          </p:cNvPr>
          <p:cNvSpPr txBox="1"/>
          <p:nvPr/>
        </p:nvSpPr>
        <p:spPr>
          <a:xfrm>
            <a:off x="838200" y="6273209"/>
            <a:ext cx="716131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/>
              <a:t>Sovi</a:t>
            </a:r>
            <a:r>
              <a:rPr lang="en-US" sz="1700" dirty="0"/>
              <a:t> </a:t>
            </a:r>
            <a:r>
              <a:rPr lang="en-US" sz="1700" dirty="0" err="1"/>
              <a:t>seurattava</a:t>
            </a:r>
            <a:r>
              <a:rPr lang="en-US" sz="1700" dirty="0"/>
              <a:t> </a:t>
            </a:r>
            <a:r>
              <a:rPr lang="en-US" sz="1700" dirty="0" err="1"/>
              <a:t>asia</a:t>
            </a:r>
            <a:r>
              <a:rPr lang="en-US" sz="1700" dirty="0"/>
              <a:t>, </a:t>
            </a:r>
            <a:r>
              <a:rPr lang="en-US" sz="1700" dirty="0" err="1"/>
              <a:t>ilmoituksen</a:t>
            </a:r>
            <a:r>
              <a:rPr lang="en-US" sz="1700" dirty="0"/>
              <a:t> </a:t>
            </a:r>
            <a:r>
              <a:rPr lang="en-US" sz="1700" dirty="0" err="1"/>
              <a:t>vastaanottaja</a:t>
            </a:r>
            <a:r>
              <a:rPr lang="en-US" sz="1700" dirty="0"/>
              <a:t> ja </a:t>
            </a:r>
            <a:r>
              <a:rPr lang="en-US" sz="1700" dirty="0" err="1"/>
              <a:t>julkaisupäätöksen</a:t>
            </a:r>
            <a:r>
              <a:rPr lang="en-US" sz="1700" dirty="0"/>
              <a:t> </a:t>
            </a:r>
            <a:r>
              <a:rPr lang="en-US" sz="1700" dirty="0" err="1"/>
              <a:t>tekijä</a:t>
            </a:r>
            <a:r>
              <a:rPr lang="en-US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2185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14BFA1-ACE0-7C47-3A44-735714410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 err="1">
                <a:solidFill>
                  <a:schemeClr val="bg1"/>
                </a:solidFill>
              </a:rPr>
              <a:t>Delegoi</a:t>
            </a:r>
            <a:r>
              <a:rPr lang="en-US" sz="3400" dirty="0">
                <a:solidFill>
                  <a:schemeClr val="bg1"/>
                </a:solidFill>
              </a:rPr>
              <a:t> </a:t>
            </a:r>
            <a:r>
              <a:rPr lang="en-US" sz="3400" dirty="0" err="1">
                <a:solidFill>
                  <a:schemeClr val="bg1"/>
                </a:solidFill>
              </a:rPr>
              <a:t>työ</a:t>
            </a:r>
            <a:r>
              <a:rPr lang="en-US" sz="3400" dirty="0">
                <a:solidFill>
                  <a:schemeClr val="bg1"/>
                </a:solidFill>
              </a:rPr>
              <a:t> ja </a:t>
            </a:r>
            <a:r>
              <a:rPr lang="en-US" sz="3400" dirty="0" err="1">
                <a:solidFill>
                  <a:schemeClr val="bg1"/>
                </a:solidFill>
              </a:rPr>
              <a:t>harjoittele</a:t>
            </a:r>
            <a:r>
              <a:rPr lang="en-US" sz="3400" dirty="0">
                <a:solidFill>
                  <a:schemeClr val="bg1"/>
                </a:solidFill>
              </a:rPr>
              <a:t> </a:t>
            </a:r>
            <a:r>
              <a:rPr lang="en-US" sz="3400" dirty="0" err="1">
                <a:solidFill>
                  <a:schemeClr val="bg1"/>
                </a:solidFill>
              </a:rPr>
              <a:t>ymmärrystä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CA2D-44D7-5520-BD73-CDEBD8B2AE8A}"/>
              </a:ext>
            </a:extLst>
          </p:cNvPr>
          <p:cNvSpPr txBox="1"/>
          <p:nvPr/>
        </p:nvSpPr>
        <p:spPr>
          <a:xfrm>
            <a:off x="838200" y="2658140"/>
            <a:ext cx="74192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Mitä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rikkoutuisi</a:t>
            </a:r>
            <a:r>
              <a:rPr lang="en-US" sz="3200" dirty="0">
                <a:solidFill>
                  <a:schemeClr val="bg1"/>
                </a:solidFill>
              </a:rPr>
              <a:t>, </a:t>
            </a:r>
            <a:r>
              <a:rPr lang="en-US" sz="3200" dirty="0" err="1">
                <a:solidFill>
                  <a:schemeClr val="bg1"/>
                </a:solidFill>
              </a:rPr>
              <a:t>jos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huoneisto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olisi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tyhjä</a:t>
            </a:r>
            <a:r>
              <a:rPr lang="en-US" sz="320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0F70AB-F132-25B6-10C8-01FF59A501F4}"/>
              </a:ext>
            </a:extLst>
          </p:cNvPr>
          <p:cNvSpPr txBox="1"/>
          <p:nvPr/>
        </p:nvSpPr>
        <p:spPr>
          <a:xfrm>
            <a:off x="838200" y="4029740"/>
            <a:ext cx="7818422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 err="1">
                <a:solidFill>
                  <a:schemeClr val="bg1"/>
                </a:solidFill>
              </a:rPr>
              <a:t>Ennusta</a:t>
            </a:r>
            <a:r>
              <a:rPr lang="en-US" sz="2300" dirty="0">
                <a:solidFill>
                  <a:schemeClr val="bg1"/>
                </a:solidFill>
              </a:rPr>
              <a:t> </a:t>
            </a:r>
            <a:r>
              <a:rPr lang="en-US" sz="2300" dirty="0" err="1">
                <a:solidFill>
                  <a:schemeClr val="bg1"/>
                </a:solidFill>
              </a:rPr>
              <a:t>tulos</a:t>
            </a:r>
            <a:r>
              <a:rPr lang="en-US" sz="2300" dirty="0">
                <a:solidFill>
                  <a:schemeClr val="bg1"/>
                </a:solidFill>
              </a:rPr>
              <a:t>. </a:t>
            </a:r>
            <a:r>
              <a:rPr lang="en-US" sz="2300" dirty="0" err="1">
                <a:solidFill>
                  <a:schemeClr val="bg1"/>
                </a:solidFill>
              </a:rPr>
              <a:t>Selitä</a:t>
            </a:r>
            <a:r>
              <a:rPr lang="en-US" sz="2300" dirty="0">
                <a:solidFill>
                  <a:schemeClr val="bg1"/>
                </a:solidFill>
              </a:rPr>
              <a:t> </a:t>
            </a:r>
            <a:r>
              <a:rPr lang="en-US" sz="2300" dirty="0" err="1">
                <a:solidFill>
                  <a:schemeClr val="bg1"/>
                </a:solidFill>
              </a:rPr>
              <a:t>ratkaisu</a:t>
            </a:r>
            <a:r>
              <a:rPr lang="en-US" sz="2300" dirty="0">
                <a:solidFill>
                  <a:schemeClr val="bg1"/>
                </a:solidFill>
              </a:rPr>
              <a:t> </a:t>
            </a:r>
            <a:r>
              <a:rPr lang="en-US" sz="2300" dirty="0" err="1">
                <a:solidFill>
                  <a:schemeClr val="bg1"/>
                </a:solidFill>
              </a:rPr>
              <a:t>omin</a:t>
            </a:r>
            <a:r>
              <a:rPr lang="en-US" sz="2300" dirty="0">
                <a:solidFill>
                  <a:schemeClr val="bg1"/>
                </a:solidFill>
              </a:rPr>
              <a:t> </a:t>
            </a:r>
            <a:r>
              <a:rPr lang="en-US" sz="2300" dirty="0" err="1">
                <a:solidFill>
                  <a:schemeClr val="bg1"/>
                </a:solidFill>
              </a:rPr>
              <a:t>sanoin</a:t>
            </a:r>
            <a:r>
              <a:rPr lang="en-US" sz="2300" dirty="0">
                <a:solidFill>
                  <a:schemeClr val="bg1"/>
                </a:solidFill>
              </a:rPr>
              <a:t>. Tarkista </a:t>
            </a:r>
            <a:r>
              <a:rPr lang="en-US" sz="2300" dirty="0" err="1">
                <a:solidFill>
                  <a:schemeClr val="bg1"/>
                </a:solidFill>
              </a:rPr>
              <a:t>yhdessä</a:t>
            </a:r>
            <a:r>
              <a:rPr lang="en-US" sz="23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0F7589-6B2E-034E-22AC-B3CAF079CD4B}"/>
              </a:ext>
            </a:extLst>
          </p:cNvPr>
          <p:cNvSpPr txBox="1"/>
          <p:nvPr/>
        </p:nvSpPr>
        <p:spPr>
          <a:xfrm>
            <a:off x="838200" y="5773479"/>
            <a:ext cx="663745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solidFill>
                  <a:schemeClr val="bg1"/>
                </a:solidFill>
              </a:rPr>
              <a:t>Valitse </a:t>
            </a:r>
            <a:r>
              <a:rPr lang="en-US" sz="2700" dirty="0" err="1">
                <a:solidFill>
                  <a:schemeClr val="bg1"/>
                </a:solidFill>
              </a:rPr>
              <a:t>yksi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 dirty="0" err="1">
                <a:solidFill>
                  <a:schemeClr val="bg1"/>
                </a:solidFill>
              </a:rPr>
              <a:t>päätös</a:t>
            </a:r>
            <a:r>
              <a:rPr lang="en-US" sz="2700" dirty="0">
                <a:solidFill>
                  <a:schemeClr val="bg1"/>
                </a:solidFill>
              </a:rPr>
              <a:t>, </a:t>
            </a:r>
            <a:r>
              <a:rPr lang="en-US" sz="2700" dirty="0" err="1">
                <a:solidFill>
                  <a:schemeClr val="bg1"/>
                </a:solidFill>
              </a:rPr>
              <a:t>jonka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 dirty="0" err="1">
                <a:solidFill>
                  <a:schemeClr val="bg1"/>
                </a:solidFill>
              </a:rPr>
              <a:t>todella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 dirty="0" err="1">
                <a:solidFill>
                  <a:schemeClr val="bg1"/>
                </a:solidFill>
              </a:rPr>
              <a:t>ymmärrät</a:t>
            </a:r>
            <a:r>
              <a:rPr lang="en-US" sz="27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67403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F4749C8-7618-7791-9C24-BEF993654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/>
              <a:t>Aloita </a:t>
            </a:r>
            <a:r>
              <a:rPr lang="en-US" sz="3400" dirty="0" err="1"/>
              <a:t>yhdestä</a:t>
            </a:r>
            <a:r>
              <a:rPr lang="en-US" sz="3400" dirty="0"/>
              <a:t> </a:t>
            </a:r>
            <a:r>
              <a:rPr lang="en-US" sz="3400" dirty="0" err="1"/>
              <a:t>hyödyllisestä</a:t>
            </a:r>
            <a:r>
              <a:rPr lang="en-US" sz="3400" dirty="0"/>
              <a:t> </a:t>
            </a:r>
            <a:r>
              <a:rPr lang="en-US" sz="3400" dirty="0" err="1"/>
              <a:t>tehtävästä</a:t>
            </a:r>
            <a:endParaRPr lang="en-US" sz="3400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88D7AE78-E2C7-7182-7149-E6DE24793C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412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3198308-D06B-ED89-0D15-F14FD0EE4B6D}"/>
              </a:ext>
            </a:extLst>
          </p:cNvPr>
          <p:cNvSpPr txBox="1"/>
          <p:nvPr/>
        </p:nvSpPr>
        <p:spPr>
          <a:xfrm>
            <a:off x="838200" y="5773479"/>
            <a:ext cx="84147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/>
              <a:t>Esimerkiksi</a:t>
            </a:r>
            <a:r>
              <a:rPr lang="en-US" sz="2200" dirty="0"/>
              <a:t>: </a:t>
            </a:r>
            <a:r>
              <a:rPr lang="en-US" sz="2200" dirty="0" err="1"/>
              <a:t>korjaa</a:t>
            </a:r>
            <a:r>
              <a:rPr lang="en-US" sz="2200" dirty="0"/>
              <a:t> </a:t>
            </a:r>
            <a:r>
              <a:rPr lang="en-US" sz="2200" dirty="0" err="1"/>
              <a:t>yksi</a:t>
            </a:r>
            <a:r>
              <a:rPr lang="en-US" sz="2200" dirty="0"/>
              <a:t> </a:t>
            </a:r>
            <a:r>
              <a:rPr lang="en-US" sz="2200" dirty="0" err="1"/>
              <a:t>toistettava</a:t>
            </a:r>
            <a:r>
              <a:rPr lang="en-US" sz="2200" dirty="0"/>
              <a:t> </a:t>
            </a:r>
            <a:r>
              <a:rPr lang="en-US" sz="2200" dirty="0" err="1"/>
              <a:t>virhe</a:t>
            </a:r>
            <a:r>
              <a:rPr lang="en-US" sz="2200" dirty="0"/>
              <a:t> ja </a:t>
            </a:r>
            <a:r>
              <a:rPr lang="en-US" sz="2200" dirty="0" err="1"/>
              <a:t>näytä</a:t>
            </a:r>
            <a:r>
              <a:rPr lang="en-US" sz="2200" dirty="0"/>
              <a:t> </a:t>
            </a:r>
            <a:r>
              <a:rPr lang="en-US" sz="2200" dirty="0" err="1"/>
              <a:t>toimiva</a:t>
            </a:r>
            <a:r>
              <a:rPr lang="en-US" sz="2200" dirty="0"/>
              <a:t> </a:t>
            </a:r>
            <a:r>
              <a:rPr lang="en-US" sz="2200" dirty="0" err="1"/>
              <a:t>lopputulos</a:t>
            </a:r>
            <a:r>
              <a:rPr lang="en-US" sz="220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0695B1-89D7-BD9F-2CF0-7380F5EEADD2}"/>
              </a:ext>
            </a:extLst>
          </p:cNvPr>
          <p:cNvSpPr txBox="1"/>
          <p:nvPr/>
        </p:nvSpPr>
        <p:spPr>
          <a:xfrm>
            <a:off x="838200" y="6390167"/>
            <a:ext cx="5932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Seuraavaksi </a:t>
            </a:r>
            <a:r>
              <a:rPr lang="en-US" dirty="0" err="1"/>
              <a:t>loppugallup</a:t>
            </a:r>
            <a:r>
              <a:rPr lang="en-US" dirty="0"/>
              <a:t> </a:t>
            </a:r>
            <a:r>
              <a:rPr lang="en-US" dirty="0" err="1"/>
              <a:t>selaimessa</a:t>
            </a:r>
            <a:r>
              <a:rPr lang="en-US" dirty="0"/>
              <a:t> · </a:t>
            </a:r>
            <a:r>
              <a:rPr lang="en-US" dirty="0" err="1"/>
              <a:t>gallup.koodattu.dev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399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266BA56-5820-7088-9EE5-1AE0EE75E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Koodi </a:t>
            </a:r>
            <a:r>
              <a:rPr lang="en-US" dirty="0" err="1">
                <a:solidFill>
                  <a:schemeClr val="bg1"/>
                </a:solidFill>
              </a:rPr>
              <a:t>halpeni</a:t>
            </a:r>
            <a:r>
              <a:rPr lang="en-US" dirty="0">
                <a:solidFill>
                  <a:schemeClr val="bg1"/>
                </a:solidFill>
              </a:rPr>
              <a:t>. Vastuu </a:t>
            </a:r>
            <a:r>
              <a:rPr lang="en-US" dirty="0" err="1">
                <a:solidFill>
                  <a:schemeClr val="bg1"/>
                </a:solidFill>
              </a:rPr>
              <a:t>ei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927172-4392-1808-4E4D-B35A4BE2AD8D}"/>
              </a:ext>
            </a:extLst>
          </p:cNvPr>
          <p:cNvSpPr txBox="1"/>
          <p:nvPr/>
        </p:nvSpPr>
        <p:spPr>
          <a:xfrm>
            <a:off x="838200" y="2775098"/>
            <a:ext cx="568950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Valitse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hyödyllinen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tehtävä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  <a:p>
            <a:r>
              <a:rPr lang="en-US" sz="3200" dirty="0">
                <a:solidFill>
                  <a:schemeClr val="bg1"/>
                </a:solidFill>
              </a:rPr>
              <a:t>Tee </a:t>
            </a:r>
            <a:r>
              <a:rPr lang="en-US" sz="3200" dirty="0" err="1">
                <a:solidFill>
                  <a:schemeClr val="bg1"/>
                </a:solidFill>
              </a:rPr>
              <a:t>lopputulos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tarkistettavaksi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83F0A-C09C-730E-CD79-B20F835B8453}"/>
              </a:ext>
            </a:extLst>
          </p:cNvPr>
          <p:cNvSpPr txBox="1"/>
          <p:nvPr/>
        </p:nvSpPr>
        <p:spPr>
          <a:xfrm>
            <a:off x="838200" y="5773479"/>
            <a:ext cx="31866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Kiitos · </a:t>
            </a:r>
            <a:r>
              <a:rPr lang="en-US" sz="2200" dirty="0" err="1">
                <a:solidFill>
                  <a:schemeClr val="bg1"/>
                </a:solidFill>
              </a:rPr>
              <a:t>keskustelu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jatkuu</a:t>
            </a:r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069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3374</Words>
  <Application>Microsoft Macintosh PowerPoint</Application>
  <PresentationFormat>Widescreen</PresentationFormat>
  <Paragraphs>254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Aptos</vt:lpstr>
      <vt:lpstr>Arial</vt:lpstr>
      <vt:lpstr>Office Theme</vt:lpstr>
      <vt:lpstr>PowerPoint Presentation</vt:lpstr>
      <vt:lpstr>Pyydä tulosta, jonka voit tarkistaa</vt:lpstr>
      <vt:lpstr>Toteutus helpottuu. Vaikeat kysymykset jäävät.</vt:lpstr>
      <vt:lpstr>Rajattu tehtävä voi edetä pitkälle itsenäisesti</vt:lpstr>
      <vt:lpstr>Tuottavuus riippuu tehtävästä</vt:lpstr>
      <vt:lpstr>Nopeampi tehtävä ei yksin nopeuta toimitusta</vt:lpstr>
      <vt:lpstr>Valmis tehtävä ja opittu taito ovat eri tuloksia</vt:lpstr>
      <vt:lpstr>AI tekee uusista kokeiluista mahdollisia</vt:lpstr>
      <vt:lpstr>Työssä tarvitaan myös tilaa oppia</vt:lpstr>
      <vt:lpstr>Paikallinen etu syntyy työn tuntemisesta</vt:lpstr>
      <vt:lpstr>Näin tehtävä etenee AI:n kanssa</vt:lpstr>
      <vt:lpstr>Hyvä tehtävä kertoo, miltä valmis näyttää</vt:lpstr>
      <vt:lpstr>Anna agentille projektin oma totuus</vt:lpstr>
      <vt:lpstr>Työkalut tuovat tehtävän äärelle</vt:lpstr>
      <vt:lpstr>Toista virhe ennen korjausta</vt:lpstr>
      <vt:lpstr>Pieni muutos tarvitsee toimivan tarkistuksen</vt:lpstr>
      <vt:lpstr>Hyvä luovutus näyttää muutoksen ja näytön</vt:lpstr>
      <vt:lpstr>Prototyyppi auttaa kysymään käyttäjältä</vt:lpstr>
      <vt:lpstr>Rinnakkaisuus auttaa erillisissä tehtävissä</vt:lpstr>
      <vt:lpstr>Julkaisun jälkeen palaute jatkaa työtä</vt:lpstr>
      <vt:lpstr>Delegoi työ ja harjoittele ymmärrystä</vt:lpstr>
      <vt:lpstr>Aloita yhdestä hyödyllisestä tehtävästä</vt:lpstr>
      <vt:lpstr>Koodi halpeni. Vastuu ei.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18</cp:revision>
  <dcterms:created xsi:type="dcterms:W3CDTF">2026-09-05T16:00:56Z</dcterms:created>
  <dcterms:modified xsi:type="dcterms:W3CDTF">2026-09-05T17:58:23Z</dcterms:modified>
</cp:coreProperties>
</file>